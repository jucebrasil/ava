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</p:sldIdLst>
  <p:sldSz cx="6858000" cy="9906000" type="A4"/>
  <p:notesSz cx="6858000" cy="9144000"/>
  <p:custDataLst>
    <p:tags r:id="rId15"/>
  </p:custDataLst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160" userDrawn="1">
          <p15:clr>
            <a:srgbClr val="A4A3A4"/>
          </p15:clr>
        </p15:guide>
        <p15:guide id="2" orient="horz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29" autoAdjust="0"/>
  </p:normalViewPr>
  <p:slideViewPr>
    <p:cSldViewPr showGuides="1">
      <p:cViewPr varScale="1">
        <p:scale>
          <a:sx n="51" d="100"/>
          <a:sy n="51" d="100"/>
        </p:scale>
        <p:origin x="1750" y="62"/>
      </p:cViewPr>
      <p:guideLst>
        <p:guide pos="2160"/>
        <p:guide orient="horz"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90" d="100"/>
          <a:sy n="90" d="100"/>
        </p:scale>
        <p:origin x="377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93E36956-3452-45FD-A1D8-3574743558BA}" type="datetime1">
              <a:rPr lang="pt-BR" smtClean="0"/>
              <a:pPr algn="r" rtl="0"/>
              <a:t>03/09/2023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D9F912AB-2776-42F2-A957-313FC7EFEDB9}" type="slidenum">
              <a:rPr lang="pt-BR" smtClean="0"/>
              <a:pPr algn="r"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3206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22C183F4-168E-4576-AC99-60635C2E1F1D}" type="datetime1">
              <a:rPr lang="pt-BR" noProof="0" smtClean="0"/>
              <a:pPr/>
              <a:t>03/09/2023</a:t>
            </a:fld>
            <a:endParaRPr lang="pt-BR" noProof="0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pt-BR" noProof="0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F93199CD-3E1B-4AE6-990F-76F925F5EA9F}" type="slidenum">
              <a:rPr lang="pt-BR" noProof="0" smtClean="0"/>
              <a:pPr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99339" y="2641600"/>
            <a:ext cx="4630356" cy="4182533"/>
          </a:xfrm>
        </p:spPr>
        <p:txBody>
          <a:bodyPr rtlCol="0" anchor="b">
            <a:normAutofit/>
          </a:bodyPr>
          <a:lstStyle>
            <a:lvl1pPr algn="l" rtl="0">
              <a:lnSpc>
                <a:spcPct val="80000"/>
              </a:lnSpc>
              <a:defRPr sz="3713"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99338" y="6934200"/>
            <a:ext cx="4630356" cy="1761067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125" cap="all" spc="113" baseline="0">
                <a:solidFill>
                  <a:schemeClr val="accent1"/>
                </a:solidFill>
              </a:defRPr>
            </a:lvl1pPr>
            <a:lvl2pPr marL="257221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441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662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88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6104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324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545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766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 noProof="0"/>
              <a:t>Clique para editar o estilo do subtítulo Mestre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9499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  <a:lvl6pPr algn="l" rtl="0">
              <a:defRPr/>
            </a:lvl6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211769B-D019-4A86-8334-0A9D6D419A60}" type="datetime1">
              <a:rPr lang="pt-BR" noProof="0" smtClean="0"/>
              <a:pPr/>
              <a:t>03/09/2023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73825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96188" y="3632200"/>
            <a:ext cx="4890748" cy="4072467"/>
          </a:xfrm>
        </p:spPr>
        <p:txBody>
          <a:bodyPr rtlCol="0" anchor="b">
            <a:normAutofit/>
          </a:bodyPr>
          <a:lstStyle>
            <a:lvl1pPr algn="l" rtl="0">
              <a:lnSpc>
                <a:spcPct val="80000"/>
              </a:lnSpc>
              <a:defRPr sz="2700" b="0" cap="none" baseline="0"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99339" y="7814734"/>
            <a:ext cx="4887898" cy="880535"/>
          </a:xfrm>
        </p:spPr>
        <p:txBody>
          <a:bodyPr rtlCol="0" anchor="t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125" cap="all" spc="113" baseline="0">
                <a:solidFill>
                  <a:schemeClr val="accent1"/>
                </a:solidFill>
              </a:defRPr>
            </a:lvl1pPr>
            <a:lvl2pPr marL="257221" indent="0" algn="l" rtl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441" indent="0" algn="l" rtl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662" indent="0" algn="l" rtl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883" indent="0" algn="l" rtl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6104" indent="0" algn="l" rtl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324" indent="0" algn="l" rtl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545" indent="0" algn="l" rtl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766" indent="0" algn="l" rtl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5A5EA5BE-0305-48F1-B45B-3F07AA1244A2}" type="datetime1">
              <a:rPr lang="pt-BR" noProof="0" smtClean="0"/>
              <a:pPr/>
              <a:t>03/09/2023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76181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46660" y="2751668"/>
            <a:ext cx="2486672" cy="5943600"/>
          </a:xfrm>
        </p:spPr>
        <p:txBody>
          <a:bodyPr rtlCol="0">
            <a:normAutofit/>
          </a:bodyPr>
          <a:lstStyle>
            <a:lvl1pPr algn="l" rtl="0">
              <a:defRPr sz="1350"/>
            </a:lvl1pPr>
            <a:lvl2pPr algn="l" rtl="0">
              <a:defRPr sz="1125"/>
            </a:lvl2pPr>
            <a:lvl3pPr algn="l" rtl="0">
              <a:defRPr sz="1013"/>
            </a:lvl3pPr>
            <a:lvl4pPr algn="l" rtl="0">
              <a:defRPr sz="900"/>
            </a:lvl4pPr>
            <a:lvl5pPr algn="l" rtl="0">
              <a:defRPr sz="900"/>
            </a:lvl5pPr>
            <a:lvl6pPr algn="l" rtl="0">
              <a:defRPr sz="900"/>
            </a:lvl6pPr>
            <a:lvl7pPr algn="l" rtl="0">
              <a:defRPr sz="900"/>
            </a:lvl7pPr>
            <a:lvl8pPr algn="l" rtl="0">
              <a:defRPr sz="900"/>
            </a:lvl8pPr>
            <a:lvl9pPr algn="l" rtl="0"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504828" y="2751668"/>
            <a:ext cx="2486673" cy="5943600"/>
          </a:xfrm>
        </p:spPr>
        <p:txBody>
          <a:bodyPr rtlCol="0">
            <a:normAutofit/>
          </a:bodyPr>
          <a:lstStyle>
            <a:lvl1pPr algn="l" rtl="0">
              <a:defRPr sz="1350"/>
            </a:lvl1pPr>
            <a:lvl2pPr algn="l" rtl="0">
              <a:defRPr sz="1125"/>
            </a:lvl2pPr>
            <a:lvl3pPr algn="l" rtl="0">
              <a:defRPr sz="1013"/>
            </a:lvl3pPr>
            <a:lvl4pPr algn="l" rtl="0">
              <a:defRPr sz="900"/>
            </a:lvl4pPr>
            <a:lvl5pPr algn="l" rtl="0">
              <a:defRPr sz="900"/>
            </a:lvl5pPr>
            <a:lvl6pPr algn="l" rtl="0">
              <a:defRPr sz="900"/>
            </a:lvl6pPr>
            <a:lvl7pPr algn="l" rtl="0">
              <a:defRPr sz="900"/>
            </a:lvl7pPr>
            <a:lvl8pPr algn="l" rtl="0">
              <a:defRPr sz="900"/>
            </a:lvl8pPr>
            <a:lvl9pPr algn="l" rtl="0"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C2D1C76-DED1-4BE0-8F34-1641B8636BA4}" type="datetime1">
              <a:rPr lang="pt-BR" noProof="0" smtClean="0"/>
              <a:pPr/>
              <a:t>03/09/2023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2A013F82-EE5E-44EE-A61D-E31C6657F26F}" type="slidenum">
              <a:rPr lang="pt-BR" noProof="0" smtClean="0"/>
              <a:pPr/>
              <a:t>‹nº›</a:t>
            </a:fld>
            <a:r>
              <a:rPr lang="pt-BR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2534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56579" y="2751667"/>
            <a:ext cx="2484958" cy="1100667"/>
          </a:xfrm>
        </p:spPr>
        <p:txBody>
          <a:bodyPr rtlCol="0" anchor="ctr">
            <a:noAutofit/>
          </a:bodyPr>
          <a:lstStyle>
            <a:lvl1pPr marL="0" indent="0" algn="l" rtl="0">
              <a:spcBef>
                <a:spcPts val="0"/>
              </a:spcBef>
              <a:buNone/>
              <a:defRPr sz="1125" b="0" cap="all" spc="113" baseline="0">
                <a:solidFill>
                  <a:schemeClr val="accent1"/>
                </a:solidFill>
              </a:defRPr>
            </a:lvl1pPr>
            <a:lvl2pPr marL="257221" indent="0" algn="l" rtl="0">
              <a:buNone/>
              <a:defRPr sz="1125" b="1"/>
            </a:lvl2pPr>
            <a:lvl3pPr marL="514441" indent="0" algn="l" rtl="0">
              <a:buNone/>
              <a:defRPr sz="1013" b="1"/>
            </a:lvl3pPr>
            <a:lvl4pPr marL="771662" indent="0" algn="l" rtl="0">
              <a:buNone/>
              <a:defRPr sz="900" b="1"/>
            </a:lvl4pPr>
            <a:lvl5pPr marL="1028883" indent="0" algn="l" rtl="0">
              <a:buNone/>
              <a:defRPr sz="900" b="1"/>
            </a:lvl5pPr>
            <a:lvl6pPr marL="1286104" indent="0" algn="l" rtl="0">
              <a:buNone/>
              <a:defRPr sz="900" b="1"/>
            </a:lvl6pPr>
            <a:lvl7pPr marL="1543324" indent="0" algn="l" rtl="0">
              <a:buNone/>
              <a:defRPr sz="900" b="1"/>
            </a:lvl7pPr>
            <a:lvl8pPr marL="1800545" indent="0" algn="l" rtl="0">
              <a:buNone/>
              <a:defRPr sz="900" b="1"/>
            </a:lvl8pPr>
            <a:lvl9pPr marL="2057766" indent="0" algn="l" rtl="0">
              <a:buNone/>
              <a:defRPr sz="9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56579" y="3962401"/>
            <a:ext cx="2484958" cy="4732867"/>
          </a:xfrm>
        </p:spPr>
        <p:txBody>
          <a:bodyPr rtlCol="0">
            <a:normAutofit/>
          </a:bodyPr>
          <a:lstStyle>
            <a:lvl1pPr algn="l" rtl="0">
              <a:defRPr sz="1350"/>
            </a:lvl1pPr>
            <a:lvl2pPr algn="l" rtl="0">
              <a:defRPr sz="1125"/>
            </a:lvl2pPr>
            <a:lvl3pPr algn="l" rtl="0">
              <a:defRPr sz="1013"/>
            </a:lvl3pPr>
            <a:lvl4pPr algn="l" rtl="0">
              <a:defRPr sz="900"/>
            </a:lvl4pPr>
            <a:lvl5pPr algn="l" rtl="0">
              <a:defRPr sz="900"/>
            </a:lvl5pPr>
            <a:lvl6pPr algn="l" rtl="0">
              <a:defRPr sz="900"/>
            </a:lvl6pPr>
            <a:lvl7pPr algn="l" rtl="0">
              <a:defRPr sz="900"/>
            </a:lvl7pPr>
            <a:lvl8pPr algn="l" rtl="0">
              <a:defRPr sz="900"/>
            </a:lvl8pPr>
            <a:lvl9pPr algn="l" rtl="0"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3516462" y="2751667"/>
            <a:ext cx="2484958" cy="1100667"/>
          </a:xfrm>
        </p:spPr>
        <p:txBody>
          <a:bodyPr rtlCol="0" anchor="ctr">
            <a:noAutofit/>
          </a:bodyPr>
          <a:lstStyle>
            <a:lvl1pPr marL="0" indent="0" algn="l" rtl="0">
              <a:spcBef>
                <a:spcPts val="0"/>
              </a:spcBef>
              <a:buNone/>
              <a:defRPr sz="1125" b="0" cap="all" spc="113" baseline="0">
                <a:solidFill>
                  <a:schemeClr val="accent1"/>
                </a:solidFill>
              </a:defRPr>
            </a:lvl1pPr>
            <a:lvl2pPr marL="257221" indent="0" algn="l" rtl="0">
              <a:buNone/>
              <a:defRPr sz="1125" b="1"/>
            </a:lvl2pPr>
            <a:lvl3pPr marL="514441" indent="0" algn="l" rtl="0">
              <a:buNone/>
              <a:defRPr sz="1013" b="1"/>
            </a:lvl3pPr>
            <a:lvl4pPr marL="771662" indent="0" algn="l" rtl="0">
              <a:buNone/>
              <a:defRPr sz="900" b="1"/>
            </a:lvl4pPr>
            <a:lvl5pPr marL="1028883" indent="0" algn="l" rtl="0">
              <a:buNone/>
              <a:defRPr sz="900" b="1"/>
            </a:lvl5pPr>
            <a:lvl6pPr marL="1286104" indent="0" algn="l" rtl="0">
              <a:buNone/>
              <a:defRPr sz="900" b="1"/>
            </a:lvl6pPr>
            <a:lvl7pPr marL="1543324" indent="0" algn="l" rtl="0">
              <a:buNone/>
              <a:defRPr sz="900" b="1"/>
            </a:lvl7pPr>
            <a:lvl8pPr marL="1800545" indent="0" algn="l" rtl="0">
              <a:buNone/>
              <a:defRPr sz="900" b="1"/>
            </a:lvl8pPr>
            <a:lvl9pPr marL="2057766" indent="0" algn="l" rtl="0">
              <a:buNone/>
              <a:defRPr sz="9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3516462" y="3962401"/>
            <a:ext cx="2484958" cy="4732867"/>
          </a:xfrm>
        </p:spPr>
        <p:txBody>
          <a:bodyPr rtlCol="0">
            <a:normAutofit/>
          </a:bodyPr>
          <a:lstStyle>
            <a:lvl1pPr algn="l" rtl="0">
              <a:defRPr sz="1350"/>
            </a:lvl1pPr>
            <a:lvl2pPr algn="l" rtl="0">
              <a:defRPr sz="1125"/>
            </a:lvl2pPr>
            <a:lvl3pPr algn="l" rtl="0">
              <a:defRPr sz="1013"/>
            </a:lvl3pPr>
            <a:lvl4pPr algn="l" rtl="0">
              <a:defRPr sz="900"/>
            </a:lvl4pPr>
            <a:lvl5pPr algn="l" rtl="0">
              <a:defRPr sz="900"/>
            </a:lvl5pPr>
            <a:lvl6pPr algn="l" rtl="0">
              <a:defRPr sz="900"/>
            </a:lvl6pPr>
            <a:lvl7pPr algn="l" rtl="0">
              <a:defRPr sz="900"/>
            </a:lvl7pPr>
            <a:lvl8pPr algn="l" rtl="0">
              <a:defRPr sz="900"/>
            </a:lvl8pPr>
            <a:lvl9pPr algn="l" rtl="0"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6C98F49-77D6-4D48-BB68-E4DB33EE5B06}" type="datetime1">
              <a:rPr lang="pt-BR" noProof="0" smtClean="0"/>
              <a:pPr/>
              <a:t>03/09/2023</a:t>
            </a:fld>
            <a:endParaRPr lang="pt-BR" noProof="0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20841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F379B94-F7A6-4BC6-8A31-032F8D94B5BD}" type="datetime1">
              <a:rPr lang="pt-BR" noProof="0" smtClean="0"/>
              <a:pPr/>
              <a:t>03/09/2023</a:t>
            </a:fld>
            <a:endParaRPr lang="pt-BR" noProof="0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62663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35DBF44-9F2F-4201-8CE2-C12E521BC56C}" type="datetime1">
              <a:rPr lang="pt-BR" noProof="0" smtClean="0"/>
              <a:pPr/>
              <a:t>03/09/2023</a:t>
            </a:fld>
            <a:endParaRPr lang="pt-BR" noProof="0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60754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93932" y="2751667"/>
            <a:ext cx="2023618" cy="3852333"/>
          </a:xfrm>
        </p:spPr>
        <p:txBody>
          <a:bodyPr rtlCol="0" anchor="b">
            <a:noAutofit/>
          </a:bodyPr>
          <a:lstStyle>
            <a:lvl1pPr algn="l" rtl="0">
              <a:lnSpc>
                <a:spcPct val="90000"/>
              </a:lnSpc>
              <a:defRPr sz="2025" b="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785896" y="990600"/>
            <a:ext cx="3601388" cy="7704667"/>
          </a:xfrm>
        </p:spPr>
        <p:txBody>
          <a:bodyPr rtlCol="0">
            <a:normAutofit/>
          </a:bodyPr>
          <a:lstStyle>
            <a:lvl1pPr algn="l" rtl="0">
              <a:defRPr sz="1350"/>
            </a:lvl1pPr>
            <a:lvl2pPr algn="l" rtl="0">
              <a:defRPr sz="1125"/>
            </a:lvl2pPr>
            <a:lvl3pPr algn="l" rtl="0">
              <a:defRPr sz="1013"/>
            </a:lvl3pPr>
            <a:lvl4pPr algn="l" rtl="0">
              <a:defRPr sz="900"/>
            </a:lvl4pPr>
            <a:lvl5pPr algn="l" rtl="0">
              <a:defRPr sz="900"/>
            </a:lvl5pPr>
            <a:lvl6pPr algn="l" rtl="0">
              <a:defRPr sz="900"/>
            </a:lvl6pPr>
            <a:lvl7pPr algn="l" rtl="0">
              <a:defRPr sz="900"/>
            </a:lvl7pPr>
            <a:lvl8pPr algn="l" rtl="0">
              <a:defRPr sz="900"/>
            </a:lvl8pPr>
            <a:lvl9pPr algn="l" rtl="0"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99339" y="6714067"/>
            <a:ext cx="2015062" cy="1981200"/>
          </a:xfrm>
        </p:spPr>
        <p:txBody>
          <a:bodyPr rtlCol="0">
            <a:normAutofit/>
          </a:bodyPr>
          <a:lstStyle>
            <a:lvl1pPr marL="0" indent="0" algn="l" rtl="0">
              <a:lnSpc>
                <a:spcPct val="90000"/>
              </a:lnSpc>
              <a:spcBef>
                <a:spcPts val="675"/>
              </a:spcBef>
              <a:buNone/>
              <a:defRPr sz="1013"/>
            </a:lvl1pPr>
            <a:lvl2pPr marL="257221" indent="0" algn="l" rtl="0">
              <a:buNone/>
              <a:defRPr sz="675"/>
            </a:lvl2pPr>
            <a:lvl3pPr marL="514441" indent="0" algn="l" rtl="0">
              <a:buNone/>
              <a:defRPr sz="563"/>
            </a:lvl3pPr>
            <a:lvl4pPr marL="771662" indent="0" algn="l" rtl="0">
              <a:buNone/>
              <a:defRPr sz="506"/>
            </a:lvl4pPr>
            <a:lvl5pPr marL="1028883" indent="0" algn="l" rtl="0">
              <a:buNone/>
              <a:defRPr sz="506"/>
            </a:lvl5pPr>
            <a:lvl6pPr marL="1286104" indent="0" algn="l" rtl="0">
              <a:buNone/>
              <a:defRPr sz="506"/>
            </a:lvl6pPr>
            <a:lvl7pPr marL="1543324" indent="0" algn="l" rtl="0">
              <a:buNone/>
              <a:defRPr sz="506"/>
            </a:lvl7pPr>
            <a:lvl8pPr marL="1800545" indent="0" algn="l" rtl="0">
              <a:buNone/>
              <a:defRPr sz="506"/>
            </a:lvl8pPr>
            <a:lvl9pPr marL="2057766" indent="0" algn="l" rtl="0">
              <a:buNone/>
              <a:defRPr sz="506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BAD7B4B-23CA-4460-862D-E2D3E21E1E07}" type="datetime1">
              <a:rPr lang="pt-BR" noProof="0" smtClean="0"/>
              <a:pPr/>
              <a:t>03/09/2023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54498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785896" y="990600"/>
            <a:ext cx="3601387" cy="7704667"/>
          </a:xfrm>
          <a:solidFill>
            <a:schemeClr val="bg2"/>
          </a:solidFill>
          <a:ln w="76200">
            <a:solidFill>
              <a:schemeClr val="tx1"/>
            </a:solidFill>
            <a:miter lim="800000"/>
          </a:ln>
        </p:spPr>
        <p:txBody>
          <a:bodyPr rtlCol="0">
            <a:normAutofit/>
          </a:bodyPr>
          <a:lstStyle>
            <a:lvl1pPr marL="0" indent="0" algn="ctr" rtl="0">
              <a:buNone/>
              <a:defRPr sz="1350"/>
            </a:lvl1pPr>
            <a:lvl2pPr marL="257221" indent="0" algn="l" rtl="0">
              <a:buNone/>
              <a:defRPr sz="1575"/>
            </a:lvl2pPr>
            <a:lvl3pPr marL="514441" indent="0" algn="l" rtl="0">
              <a:buNone/>
              <a:defRPr sz="1350"/>
            </a:lvl3pPr>
            <a:lvl4pPr marL="771662" indent="0" algn="l" rtl="0">
              <a:buNone/>
              <a:defRPr sz="1125"/>
            </a:lvl4pPr>
            <a:lvl5pPr marL="1028883" indent="0" algn="l" rtl="0">
              <a:buNone/>
              <a:defRPr sz="1125"/>
            </a:lvl5pPr>
            <a:lvl6pPr marL="1286104" indent="0" algn="l" rtl="0">
              <a:buNone/>
              <a:defRPr sz="1125"/>
            </a:lvl6pPr>
            <a:lvl7pPr marL="1543324" indent="0" algn="l" rtl="0">
              <a:buNone/>
              <a:defRPr sz="1125"/>
            </a:lvl7pPr>
            <a:lvl8pPr marL="1800545" indent="0" algn="l" rtl="0">
              <a:buNone/>
              <a:defRPr sz="1125"/>
            </a:lvl8pPr>
            <a:lvl9pPr marL="2057766" indent="0" algn="l" rtl="0">
              <a:buNone/>
              <a:defRPr sz="1125"/>
            </a:lvl9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93932" y="2751667"/>
            <a:ext cx="2023618" cy="3852333"/>
          </a:xfrm>
        </p:spPr>
        <p:txBody>
          <a:bodyPr rtlCol="0" anchor="b">
            <a:normAutofit/>
          </a:bodyPr>
          <a:lstStyle>
            <a:lvl1pPr algn="l" rtl="0">
              <a:lnSpc>
                <a:spcPct val="90000"/>
              </a:lnSpc>
              <a:defRPr sz="2025" b="0" i="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99339" y="6714067"/>
            <a:ext cx="2015062" cy="1981200"/>
          </a:xfrm>
        </p:spPr>
        <p:txBody>
          <a:bodyPr rtlCol="0">
            <a:normAutofit/>
          </a:bodyPr>
          <a:lstStyle>
            <a:lvl1pPr marL="0" indent="0" algn="l" rtl="0">
              <a:lnSpc>
                <a:spcPct val="90000"/>
              </a:lnSpc>
              <a:spcBef>
                <a:spcPts val="675"/>
              </a:spcBef>
              <a:buNone/>
              <a:defRPr sz="1013"/>
            </a:lvl1pPr>
            <a:lvl2pPr marL="257221" indent="0" algn="l" rtl="0">
              <a:buNone/>
              <a:defRPr sz="675"/>
            </a:lvl2pPr>
            <a:lvl3pPr marL="514441" indent="0" algn="l" rtl="0">
              <a:buNone/>
              <a:defRPr sz="563"/>
            </a:lvl3pPr>
            <a:lvl4pPr marL="771662" indent="0" algn="l" rtl="0">
              <a:buNone/>
              <a:defRPr sz="506"/>
            </a:lvl4pPr>
            <a:lvl5pPr marL="1028883" indent="0" algn="l" rtl="0">
              <a:buNone/>
              <a:defRPr sz="506"/>
            </a:lvl5pPr>
            <a:lvl6pPr marL="1286104" indent="0" algn="l" rtl="0">
              <a:buNone/>
              <a:defRPr sz="506"/>
            </a:lvl6pPr>
            <a:lvl7pPr marL="1543324" indent="0" algn="l" rtl="0">
              <a:buNone/>
              <a:defRPr sz="506"/>
            </a:lvl7pPr>
            <a:lvl8pPr marL="1800545" indent="0" algn="l" rtl="0">
              <a:buNone/>
              <a:defRPr sz="506"/>
            </a:lvl8pPr>
            <a:lvl9pPr marL="2057766" indent="0" algn="l" rtl="0">
              <a:buNone/>
              <a:defRPr sz="506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12F45EDE-4BCD-4C98-AD18-04AAF5D19C9A}" type="datetime1">
              <a:rPr lang="pt-BR" noProof="0" smtClean="0"/>
              <a:pPr/>
              <a:t>03/09/2023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24917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67FE631-0B6D-4712-BEFD-FF38CEB37A4A}" type="datetime1">
              <a:rPr lang="pt-BR" noProof="0" smtClean="0"/>
              <a:pPr/>
              <a:t>03/09/2023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6009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5143947" y="550335"/>
            <a:ext cx="857474" cy="8144933"/>
          </a:xfrm>
        </p:spPr>
        <p:txBody>
          <a:bodyPr vert="eaVert" rtlCol="0"/>
          <a:lstStyle>
            <a:lvl1pPr rtl="0">
              <a:defRPr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56580" y="550335"/>
            <a:ext cx="4158745" cy="8144933"/>
          </a:xfrm>
        </p:spPr>
        <p:txBody>
          <a:bodyPr vert="eaVert"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9DA96DE-A078-4676-8F38-EBC20B81DF35}" type="datetime1">
              <a:rPr lang="pt-BR" noProof="0" smtClean="0"/>
              <a:pPr/>
              <a:t>03/09/2023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07903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56581" y="550333"/>
            <a:ext cx="5144840" cy="1981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56581" y="2751666"/>
            <a:ext cx="5139433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628568" y="9245600"/>
            <a:ext cx="815494" cy="3989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56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E951F9-CFF6-4C18-A9A8-D5A0842ABF9A}" type="datetime1">
              <a:rPr lang="pt-BR" noProof="0" smtClean="0"/>
              <a:pPr/>
              <a:t>03/09/2023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856580" y="9245600"/>
            <a:ext cx="3687135" cy="3989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56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5529809" y="9245600"/>
            <a:ext cx="471611" cy="3989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56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13F82-EE5E-44EE-A61D-E31C6657F26F}" type="slidenum">
              <a:rPr lang="pt-BR" noProof="0" smtClean="0"/>
              <a:pPr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403059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514441" rtl="0" eaLnBrk="1" latinLnBrk="0" hangingPunct="1">
        <a:lnSpc>
          <a:spcPct val="90000"/>
        </a:lnSpc>
        <a:spcBef>
          <a:spcPct val="0"/>
        </a:spcBef>
        <a:buNone/>
        <a:defRPr sz="2025" kern="1200" spc="56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5931" indent="-125931" algn="l" defTabSz="514441" rtl="0" eaLnBrk="1" latinLnBrk="0" hangingPunct="1">
        <a:lnSpc>
          <a:spcPct val="90000"/>
        </a:lnSpc>
        <a:spcBef>
          <a:spcPts val="1013"/>
        </a:spcBef>
        <a:buClr>
          <a:schemeClr val="accent1"/>
        </a:buClr>
        <a:buSzPct val="100000"/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260793" indent="-130397" algn="l" defTabSz="514441" rtl="0" eaLnBrk="1" latinLnBrk="0" hangingPunct="1">
        <a:lnSpc>
          <a:spcPct val="90000"/>
        </a:lnSpc>
        <a:spcBef>
          <a:spcPts val="675"/>
        </a:spcBef>
        <a:buClr>
          <a:schemeClr val="accent1"/>
        </a:buClr>
        <a:buSzPct val="100000"/>
        <a:buFont typeface="Arial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2pPr>
      <a:lvl3pPr marL="384045" indent="-123252" algn="l" defTabSz="514441" rtl="0" eaLnBrk="1" latinLnBrk="0" hangingPunct="1">
        <a:lnSpc>
          <a:spcPct val="90000"/>
        </a:lnSpc>
        <a:spcBef>
          <a:spcPts val="338"/>
        </a:spcBef>
        <a:buClr>
          <a:schemeClr val="accent1"/>
        </a:buClr>
        <a:buSzPct val="100000"/>
        <a:buFont typeface="Arial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482289" indent="-98244" algn="l" defTabSz="514441" rtl="0" eaLnBrk="1" latinLnBrk="0" hangingPunct="1">
        <a:lnSpc>
          <a:spcPct val="90000"/>
        </a:lnSpc>
        <a:spcBef>
          <a:spcPts val="338"/>
        </a:spcBef>
        <a:buClr>
          <a:schemeClr val="accent1"/>
        </a:buClr>
        <a:buSzPct val="100000"/>
        <a:buFont typeface="Arial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579640" indent="-97351" algn="l" defTabSz="514441" rtl="0" eaLnBrk="1" latinLnBrk="0" hangingPunct="1">
        <a:lnSpc>
          <a:spcPct val="90000"/>
        </a:lnSpc>
        <a:spcBef>
          <a:spcPts val="338"/>
        </a:spcBef>
        <a:buClr>
          <a:schemeClr val="accent1"/>
        </a:buClr>
        <a:buSzPct val="100000"/>
        <a:buFont typeface="Arial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679063" indent="-97744" algn="l" defTabSz="514441" rtl="0" eaLnBrk="1" latinLnBrk="0" hangingPunct="1">
        <a:spcBef>
          <a:spcPts val="338"/>
        </a:spcBef>
        <a:buClr>
          <a:schemeClr val="accent1"/>
        </a:buClr>
        <a:buFont typeface="Arial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776807" indent="-97744" algn="l" defTabSz="514441" rtl="0" eaLnBrk="1" latinLnBrk="0" hangingPunct="1">
        <a:spcBef>
          <a:spcPts val="338"/>
        </a:spcBef>
        <a:buClr>
          <a:schemeClr val="accent1"/>
        </a:buClr>
        <a:buFont typeface="Arial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874550" indent="-97744" algn="l" defTabSz="514441" rtl="0" eaLnBrk="1" latinLnBrk="0" hangingPunct="1">
        <a:spcBef>
          <a:spcPts val="338"/>
        </a:spcBef>
        <a:buClr>
          <a:schemeClr val="accent1"/>
        </a:buClr>
        <a:buFont typeface="Arial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972294" indent="-97744" algn="l" defTabSz="514441" rtl="0" eaLnBrk="1" latinLnBrk="0" hangingPunct="1">
        <a:spcBef>
          <a:spcPts val="338"/>
        </a:spcBef>
        <a:buClr>
          <a:schemeClr val="accent1"/>
        </a:buClr>
        <a:buFont typeface="Arial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514441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221" algn="l" defTabSz="514441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441" algn="l" defTabSz="514441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662" algn="l" defTabSz="514441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883" algn="l" defTabSz="514441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6104" algn="l" defTabSz="514441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324" algn="l" defTabSz="514441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545" algn="l" defTabSz="514441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766" algn="l" defTabSz="514441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1594A83-555B-E863-06C1-327F52485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1" y="6871"/>
            <a:ext cx="6834127" cy="9899129"/>
          </a:xfrm>
          <a:prstGeom prst="rect">
            <a:avLst/>
          </a:prstGeom>
        </p:spPr>
      </p:pic>
      <p:sp>
        <p:nvSpPr>
          <p:cNvPr id="3" name="Título 2"/>
          <p:cNvSpPr>
            <a:spLocks noGrp="1"/>
          </p:cNvSpPr>
          <p:nvPr>
            <p:ph type="ctrTitle"/>
          </p:nvPr>
        </p:nvSpPr>
        <p:spPr>
          <a:xfrm>
            <a:off x="611058" y="5047099"/>
            <a:ext cx="5688631" cy="1083153"/>
          </a:xfrm>
        </p:spPr>
        <p:txBody>
          <a:bodyPr rtlCol="0" anchor="t">
            <a:normAutofit fontScale="90000"/>
          </a:bodyPr>
          <a:lstStyle/>
          <a:p>
            <a:pPr algn="ctr"/>
            <a:r>
              <a:rPr lang="pt-BR" sz="9600" cap="all" dirty="0">
                <a:solidFill>
                  <a:srgbClr val="FFFFFF"/>
                </a:solidFill>
                <a:effectLst/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1</a:t>
            </a:r>
            <a:br>
              <a:rPr lang="pt-BR" sz="5400" cap="all" dirty="0">
                <a:solidFill>
                  <a:srgbClr val="FFFFFF"/>
                </a:solidFill>
                <a:effectLst/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br>
              <a:rPr lang="pt-BR" sz="5400" cap="all" dirty="0">
                <a:solidFill>
                  <a:srgbClr val="FFFFFF"/>
                </a:solidFill>
                <a:effectLst/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endParaRPr lang="en-US" sz="8800" dirty="0"/>
          </a:p>
        </p:txBody>
      </p:sp>
      <p:sp>
        <p:nvSpPr>
          <p:cNvPr id="4" name="Subtítulo 3"/>
          <p:cNvSpPr>
            <a:spLocks noGrp="1"/>
          </p:cNvSpPr>
          <p:nvPr>
            <p:ph type="subTitle" idx="1"/>
          </p:nvPr>
        </p:nvSpPr>
        <p:spPr>
          <a:xfrm>
            <a:off x="1140195" y="7761312"/>
            <a:ext cx="4630356" cy="504056"/>
          </a:xfrm>
        </p:spPr>
        <p:txBody>
          <a:bodyPr rtlCol="0">
            <a:normAutofit/>
          </a:bodyPr>
          <a:lstStyle/>
          <a:p>
            <a:pPr algn="ctr" rtl="0"/>
            <a:r>
              <a:rPr lang="pt-br" sz="1800" dirty="0"/>
              <a:t>AMBIENTE DE APRENDIZADO</a:t>
            </a:r>
            <a:endParaRPr lang="it-IT" sz="1800" dirty="0"/>
          </a:p>
        </p:txBody>
      </p:sp>
      <p:pic>
        <p:nvPicPr>
          <p:cNvPr id="7" name="Imagem 6" descr="Logotipo, nome da empresa&#10;&#10;Descrição gerada automaticamente">
            <a:extLst>
              <a:ext uri="{FF2B5EF4-FFF2-40B4-BE49-F238E27FC236}">
                <a16:creationId xmlns:a16="http://schemas.microsoft.com/office/drawing/2014/main" id="{520B9A1E-537E-D9D4-883C-17942D000E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509" y="803254"/>
            <a:ext cx="4409728" cy="261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920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1594A83-555B-E863-06C1-327F52485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1" y="6871"/>
            <a:ext cx="6834127" cy="9899129"/>
          </a:xfrm>
          <a:prstGeom prst="rect">
            <a:avLst/>
          </a:prstGeom>
        </p:spPr>
      </p:pic>
      <p:sp>
        <p:nvSpPr>
          <p:cNvPr id="3" name="Título 2"/>
          <p:cNvSpPr>
            <a:spLocks noGrp="1"/>
          </p:cNvSpPr>
          <p:nvPr>
            <p:ph type="ctrTitle"/>
          </p:nvPr>
        </p:nvSpPr>
        <p:spPr>
          <a:xfrm>
            <a:off x="611058" y="5047099"/>
            <a:ext cx="5688631" cy="1083153"/>
          </a:xfrm>
        </p:spPr>
        <p:txBody>
          <a:bodyPr rtlCol="0" anchor="t">
            <a:normAutofit fontScale="90000"/>
          </a:bodyPr>
          <a:lstStyle/>
          <a:p>
            <a:pPr algn="ctr"/>
            <a:r>
              <a:rPr lang="pt-BR" sz="9600" cap="all" dirty="0">
                <a:solidFill>
                  <a:srgbClr val="FFFFFF"/>
                </a:solidFill>
                <a:effectLst/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2</a:t>
            </a:r>
            <a:br>
              <a:rPr lang="pt-BR" sz="5400" cap="all" dirty="0">
                <a:solidFill>
                  <a:srgbClr val="FFFFFF"/>
                </a:solidFill>
                <a:effectLst/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br>
              <a:rPr lang="pt-BR" sz="5400" cap="all" dirty="0">
                <a:solidFill>
                  <a:srgbClr val="FFFFFF"/>
                </a:solidFill>
                <a:effectLst/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endParaRPr lang="en-US" sz="8800" dirty="0"/>
          </a:p>
        </p:txBody>
      </p:sp>
      <p:sp>
        <p:nvSpPr>
          <p:cNvPr id="4" name="Subtítulo 3"/>
          <p:cNvSpPr>
            <a:spLocks noGrp="1"/>
          </p:cNvSpPr>
          <p:nvPr>
            <p:ph type="subTitle" idx="1"/>
          </p:nvPr>
        </p:nvSpPr>
        <p:spPr>
          <a:xfrm>
            <a:off x="1140195" y="7761312"/>
            <a:ext cx="4630356" cy="504056"/>
          </a:xfrm>
        </p:spPr>
        <p:txBody>
          <a:bodyPr rtlCol="0">
            <a:normAutofit/>
          </a:bodyPr>
          <a:lstStyle/>
          <a:p>
            <a:pPr algn="ctr" rtl="0"/>
            <a:r>
              <a:rPr lang="pt-br" sz="1800" dirty="0"/>
              <a:t>AMBIENTE DE APRENDIZADO</a:t>
            </a:r>
            <a:endParaRPr lang="it-IT" sz="1800" dirty="0"/>
          </a:p>
        </p:txBody>
      </p:sp>
      <p:pic>
        <p:nvPicPr>
          <p:cNvPr id="7" name="Imagem 6" descr="Logotipo, nome da empresa&#10;&#10;Descrição gerada automaticamente">
            <a:extLst>
              <a:ext uri="{FF2B5EF4-FFF2-40B4-BE49-F238E27FC236}">
                <a16:creationId xmlns:a16="http://schemas.microsoft.com/office/drawing/2014/main" id="{520B9A1E-537E-D9D4-883C-17942D000E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509" y="803254"/>
            <a:ext cx="4409728" cy="261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7800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1594A83-555B-E863-06C1-327F52485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1" y="6871"/>
            <a:ext cx="6834127" cy="9899129"/>
          </a:xfrm>
          <a:prstGeom prst="rect">
            <a:avLst/>
          </a:prstGeom>
        </p:spPr>
      </p:pic>
      <p:sp>
        <p:nvSpPr>
          <p:cNvPr id="3" name="Título 2"/>
          <p:cNvSpPr>
            <a:spLocks noGrp="1"/>
          </p:cNvSpPr>
          <p:nvPr>
            <p:ph type="ctrTitle"/>
          </p:nvPr>
        </p:nvSpPr>
        <p:spPr>
          <a:xfrm>
            <a:off x="611058" y="5047099"/>
            <a:ext cx="5688631" cy="1083153"/>
          </a:xfrm>
        </p:spPr>
        <p:txBody>
          <a:bodyPr rtlCol="0" anchor="t">
            <a:normAutofit fontScale="90000"/>
          </a:bodyPr>
          <a:lstStyle/>
          <a:p>
            <a:pPr algn="ctr"/>
            <a:r>
              <a:rPr lang="pt-BR" sz="9600" cap="all" dirty="0">
                <a:solidFill>
                  <a:srgbClr val="FFFFFF"/>
                </a:solidFill>
                <a:effectLst/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3</a:t>
            </a:r>
            <a:br>
              <a:rPr lang="pt-BR" sz="5400" cap="all" dirty="0">
                <a:solidFill>
                  <a:srgbClr val="FFFFFF"/>
                </a:solidFill>
                <a:effectLst/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br>
              <a:rPr lang="pt-BR" sz="5400" cap="all" dirty="0">
                <a:solidFill>
                  <a:srgbClr val="FFFFFF"/>
                </a:solidFill>
                <a:effectLst/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endParaRPr lang="en-US" sz="8800" dirty="0"/>
          </a:p>
        </p:txBody>
      </p:sp>
      <p:sp>
        <p:nvSpPr>
          <p:cNvPr id="4" name="Subtítulo 3"/>
          <p:cNvSpPr>
            <a:spLocks noGrp="1"/>
          </p:cNvSpPr>
          <p:nvPr>
            <p:ph type="subTitle" idx="1"/>
          </p:nvPr>
        </p:nvSpPr>
        <p:spPr>
          <a:xfrm>
            <a:off x="1140195" y="7761312"/>
            <a:ext cx="4630356" cy="504056"/>
          </a:xfrm>
        </p:spPr>
        <p:txBody>
          <a:bodyPr rtlCol="0">
            <a:normAutofit/>
          </a:bodyPr>
          <a:lstStyle/>
          <a:p>
            <a:pPr algn="ctr" rtl="0"/>
            <a:r>
              <a:rPr lang="pt-br" sz="1800" dirty="0"/>
              <a:t>AMBIENTE DE APRENDIZADO</a:t>
            </a:r>
            <a:endParaRPr lang="it-IT" sz="1800" dirty="0"/>
          </a:p>
        </p:txBody>
      </p:sp>
      <p:pic>
        <p:nvPicPr>
          <p:cNvPr id="7" name="Imagem 6" descr="Logotipo, nome da empresa&#10;&#10;Descrição gerada automaticamente">
            <a:extLst>
              <a:ext uri="{FF2B5EF4-FFF2-40B4-BE49-F238E27FC236}">
                <a16:creationId xmlns:a16="http://schemas.microsoft.com/office/drawing/2014/main" id="{520B9A1E-537E-D9D4-883C-17942D000E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509" y="803254"/>
            <a:ext cx="4409728" cy="261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8991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1594A83-555B-E863-06C1-327F52485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1" y="6871"/>
            <a:ext cx="6834127" cy="9899129"/>
          </a:xfrm>
          <a:prstGeom prst="rect">
            <a:avLst/>
          </a:prstGeom>
        </p:spPr>
      </p:pic>
      <p:sp>
        <p:nvSpPr>
          <p:cNvPr id="3" name="Título 2"/>
          <p:cNvSpPr>
            <a:spLocks noGrp="1"/>
          </p:cNvSpPr>
          <p:nvPr>
            <p:ph type="ctrTitle"/>
          </p:nvPr>
        </p:nvSpPr>
        <p:spPr>
          <a:xfrm>
            <a:off x="611058" y="5047099"/>
            <a:ext cx="5688631" cy="1083153"/>
          </a:xfrm>
        </p:spPr>
        <p:txBody>
          <a:bodyPr rtlCol="0" anchor="t">
            <a:normAutofit fontScale="90000"/>
          </a:bodyPr>
          <a:lstStyle/>
          <a:p>
            <a:pPr algn="ctr"/>
            <a:r>
              <a:rPr lang="pt-BR" sz="9600" cap="all" dirty="0">
                <a:solidFill>
                  <a:srgbClr val="FFFFFF"/>
                </a:solidFill>
                <a:effectLst/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4</a:t>
            </a:r>
            <a:br>
              <a:rPr lang="pt-BR" sz="5400" cap="all" dirty="0">
                <a:solidFill>
                  <a:srgbClr val="FFFFFF"/>
                </a:solidFill>
                <a:effectLst/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br>
              <a:rPr lang="pt-BR" sz="5400" cap="all" dirty="0">
                <a:solidFill>
                  <a:srgbClr val="FFFFFF"/>
                </a:solidFill>
                <a:effectLst/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endParaRPr lang="en-US" sz="8800" dirty="0"/>
          </a:p>
        </p:txBody>
      </p:sp>
      <p:sp>
        <p:nvSpPr>
          <p:cNvPr id="4" name="Subtítulo 3"/>
          <p:cNvSpPr>
            <a:spLocks noGrp="1"/>
          </p:cNvSpPr>
          <p:nvPr>
            <p:ph type="subTitle" idx="1"/>
          </p:nvPr>
        </p:nvSpPr>
        <p:spPr>
          <a:xfrm>
            <a:off x="1140195" y="7761312"/>
            <a:ext cx="4630356" cy="504056"/>
          </a:xfrm>
        </p:spPr>
        <p:txBody>
          <a:bodyPr rtlCol="0">
            <a:normAutofit/>
          </a:bodyPr>
          <a:lstStyle/>
          <a:p>
            <a:pPr algn="ctr" rtl="0"/>
            <a:r>
              <a:rPr lang="pt-br" sz="1800" dirty="0"/>
              <a:t>AMBIENTE DE APRENDIZADO</a:t>
            </a:r>
            <a:endParaRPr lang="it-IT" sz="1800" dirty="0"/>
          </a:p>
        </p:txBody>
      </p:sp>
      <p:pic>
        <p:nvPicPr>
          <p:cNvPr id="7" name="Imagem 6" descr="Logotipo, nome da empresa&#10;&#10;Descrição gerada automaticamente">
            <a:extLst>
              <a:ext uri="{FF2B5EF4-FFF2-40B4-BE49-F238E27FC236}">
                <a16:creationId xmlns:a16="http://schemas.microsoft.com/office/drawing/2014/main" id="{520B9A1E-537E-D9D4-883C-17942D000E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509" y="803254"/>
            <a:ext cx="4409728" cy="261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6603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1594A83-555B-E863-06C1-327F52485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1" y="6871"/>
            <a:ext cx="6834127" cy="9899129"/>
          </a:xfrm>
          <a:prstGeom prst="rect">
            <a:avLst/>
          </a:prstGeom>
        </p:spPr>
      </p:pic>
      <p:sp>
        <p:nvSpPr>
          <p:cNvPr id="3" name="Título 2"/>
          <p:cNvSpPr>
            <a:spLocks noGrp="1"/>
          </p:cNvSpPr>
          <p:nvPr>
            <p:ph type="ctrTitle"/>
          </p:nvPr>
        </p:nvSpPr>
        <p:spPr>
          <a:xfrm>
            <a:off x="611058" y="5047099"/>
            <a:ext cx="5688631" cy="1083153"/>
          </a:xfrm>
        </p:spPr>
        <p:txBody>
          <a:bodyPr rtlCol="0" anchor="t">
            <a:normAutofit fontScale="90000"/>
          </a:bodyPr>
          <a:lstStyle/>
          <a:p>
            <a:pPr algn="ctr"/>
            <a:r>
              <a:rPr lang="pt-BR" sz="9600" cap="all" dirty="0">
                <a:solidFill>
                  <a:srgbClr val="FFFFFF"/>
                </a:solidFill>
                <a:effectLst/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5</a:t>
            </a:r>
            <a:br>
              <a:rPr lang="pt-BR" sz="5400" cap="all" dirty="0">
                <a:solidFill>
                  <a:srgbClr val="FFFFFF"/>
                </a:solidFill>
                <a:effectLst/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endParaRPr lang="en-US" sz="8800" dirty="0"/>
          </a:p>
        </p:txBody>
      </p:sp>
      <p:sp>
        <p:nvSpPr>
          <p:cNvPr id="4" name="Subtítulo 3"/>
          <p:cNvSpPr>
            <a:spLocks noGrp="1"/>
          </p:cNvSpPr>
          <p:nvPr>
            <p:ph type="subTitle" idx="1"/>
          </p:nvPr>
        </p:nvSpPr>
        <p:spPr>
          <a:xfrm>
            <a:off x="1140195" y="7761312"/>
            <a:ext cx="4630356" cy="504056"/>
          </a:xfrm>
        </p:spPr>
        <p:txBody>
          <a:bodyPr rtlCol="0">
            <a:normAutofit/>
          </a:bodyPr>
          <a:lstStyle/>
          <a:p>
            <a:pPr algn="ctr" rtl="0"/>
            <a:r>
              <a:rPr lang="pt-br" sz="1800" dirty="0"/>
              <a:t>AMBIENTE DE APRENDIZADO</a:t>
            </a:r>
            <a:endParaRPr lang="it-IT" sz="1800" dirty="0"/>
          </a:p>
        </p:txBody>
      </p:sp>
      <p:pic>
        <p:nvPicPr>
          <p:cNvPr id="7" name="Imagem 6" descr="Logotipo, nome da empresa&#10;&#10;Descrição gerada automaticamente">
            <a:extLst>
              <a:ext uri="{FF2B5EF4-FFF2-40B4-BE49-F238E27FC236}">
                <a16:creationId xmlns:a16="http://schemas.microsoft.com/office/drawing/2014/main" id="{520B9A1E-537E-D9D4-883C-17942D000E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509" y="803254"/>
            <a:ext cx="4409728" cy="261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172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1594A83-555B-E863-06C1-327F52485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1" y="6871"/>
            <a:ext cx="6834127" cy="9899129"/>
          </a:xfrm>
          <a:prstGeom prst="rect">
            <a:avLst/>
          </a:prstGeom>
        </p:spPr>
      </p:pic>
      <p:sp>
        <p:nvSpPr>
          <p:cNvPr id="3" name="Título 2"/>
          <p:cNvSpPr>
            <a:spLocks noGrp="1"/>
          </p:cNvSpPr>
          <p:nvPr>
            <p:ph type="ctrTitle"/>
          </p:nvPr>
        </p:nvSpPr>
        <p:spPr>
          <a:xfrm>
            <a:off x="611058" y="5047099"/>
            <a:ext cx="5688631" cy="1083153"/>
          </a:xfrm>
        </p:spPr>
        <p:txBody>
          <a:bodyPr rtlCol="0" anchor="t">
            <a:normAutofit fontScale="90000"/>
          </a:bodyPr>
          <a:lstStyle/>
          <a:p>
            <a:pPr algn="ctr"/>
            <a:r>
              <a:rPr lang="pt-BR" sz="9600" cap="all" dirty="0">
                <a:solidFill>
                  <a:srgbClr val="FFFFFF"/>
                </a:solidFill>
                <a:effectLst/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6</a:t>
            </a:r>
            <a:br>
              <a:rPr lang="pt-BR" sz="5400" cap="all" dirty="0">
                <a:solidFill>
                  <a:srgbClr val="FFFFFF"/>
                </a:solidFill>
                <a:effectLst/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br>
              <a:rPr lang="pt-BR" sz="5400" cap="all" dirty="0">
                <a:solidFill>
                  <a:srgbClr val="FFFFFF"/>
                </a:solidFill>
                <a:effectLst/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endParaRPr lang="en-US" sz="8800" dirty="0"/>
          </a:p>
        </p:txBody>
      </p:sp>
      <p:sp>
        <p:nvSpPr>
          <p:cNvPr id="4" name="Subtítulo 3"/>
          <p:cNvSpPr>
            <a:spLocks noGrp="1"/>
          </p:cNvSpPr>
          <p:nvPr>
            <p:ph type="subTitle" idx="1"/>
          </p:nvPr>
        </p:nvSpPr>
        <p:spPr>
          <a:xfrm>
            <a:off x="1140195" y="7761312"/>
            <a:ext cx="4630356" cy="504056"/>
          </a:xfrm>
        </p:spPr>
        <p:txBody>
          <a:bodyPr rtlCol="0">
            <a:normAutofit/>
          </a:bodyPr>
          <a:lstStyle/>
          <a:p>
            <a:pPr algn="ctr" rtl="0"/>
            <a:r>
              <a:rPr lang="pt-br" sz="1800" dirty="0"/>
              <a:t>AMBIENTE DE APRENDIZADO</a:t>
            </a:r>
            <a:endParaRPr lang="it-IT" sz="1800" dirty="0"/>
          </a:p>
        </p:txBody>
      </p:sp>
      <p:pic>
        <p:nvPicPr>
          <p:cNvPr id="7" name="Imagem 6" descr="Logotipo, nome da empresa&#10;&#10;Descrição gerada automaticamente">
            <a:extLst>
              <a:ext uri="{FF2B5EF4-FFF2-40B4-BE49-F238E27FC236}">
                <a16:creationId xmlns:a16="http://schemas.microsoft.com/office/drawing/2014/main" id="{520B9A1E-537E-D9D4-883C-17942D000E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509" y="803254"/>
            <a:ext cx="4409728" cy="261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5429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1594A83-555B-E863-06C1-327F52485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1" y="6871"/>
            <a:ext cx="6834127" cy="9899129"/>
          </a:xfrm>
          <a:prstGeom prst="rect">
            <a:avLst/>
          </a:prstGeom>
        </p:spPr>
      </p:pic>
      <p:sp>
        <p:nvSpPr>
          <p:cNvPr id="3" name="Título 2"/>
          <p:cNvSpPr>
            <a:spLocks noGrp="1"/>
          </p:cNvSpPr>
          <p:nvPr>
            <p:ph type="ctrTitle"/>
          </p:nvPr>
        </p:nvSpPr>
        <p:spPr>
          <a:xfrm>
            <a:off x="611058" y="5047099"/>
            <a:ext cx="5688631" cy="1083153"/>
          </a:xfrm>
        </p:spPr>
        <p:txBody>
          <a:bodyPr rtlCol="0" anchor="t">
            <a:normAutofit fontScale="90000"/>
          </a:bodyPr>
          <a:lstStyle/>
          <a:p>
            <a:pPr algn="ctr"/>
            <a:r>
              <a:rPr lang="pt-BR" sz="9600" cap="all" dirty="0">
                <a:solidFill>
                  <a:srgbClr val="FFFFFF"/>
                </a:solidFill>
                <a:effectLst/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7</a:t>
            </a:r>
            <a:br>
              <a:rPr lang="pt-BR" sz="5400" cap="all" dirty="0">
                <a:solidFill>
                  <a:srgbClr val="FFFFFF"/>
                </a:solidFill>
                <a:effectLst/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br>
              <a:rPr lang="pt-BR" sz="5400" cap="all" dirty="0">
                <a:solidFill>
                  <a:srgbClr val="FFFFFF"/>
                </a:solidFill>
                <a:effectLst/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endParaRPr lang="en-US" sz="8800" dirty="0"/>
          </a:p>
        </p:txBody>
      </p:sp>
      <p:sp>
        <p:nvSpPr>
          <p:cNvPr id="4" name="Subtítulo 3"/>
          <p:cNvSpPr>
            <a:spLocks noGrp="1"/>
          </p:cNvSpPr>
          <p:nvPr>
            <p:ph type="subTitle" idx="1"/>
          </p:nvPr>
        </p:nvSpPr>
        <p:spPr>
          <a:xfrm>
            <a:off x="1140195" y="7761312"/>
            <a:ext cx="4630356" cy="504056"/>
          </a:xfrm>
        </p:spPr>
        <p:txBody>
          <a:bodyPr rtlCol="0">
            <a:normAutofit/>
          </a:bodyPr>
          <a:lstStyle/>
          <a:p>
            <a:pPr algn="ctr" rtl="0"/>
            <a:r>
              <a:rPr lang="pt-br" sz="1800" dirty="0"/>
              <a:t>AMBIENTE DE APRENDIZADO</a:t>
            </a:r>
            <a:endParaRPr lang="it-IT" sz="1800" dirty="0"/>
          </a:p>
        </p:txBody>
      </p:sp>
      <p:pic>
        <p:nvPicPr>
          <p:cNvPr id="7" name="Imagem 6" descr="Logotipo, nome da empresa&#10;&#10;Descrição gerada automaticamente">
            <a:extLst>
              <a:ext uri="{FF2B5EF4-FFF2-40B4-BE49-F238E27FC236}">
                <a16:creationId xmlns:a16="http://schemas.microsoft.com/office/drawing/2014/main" id="{520B9A1E-537E-D9D4-883C-17942D000E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509" y="803254"/>
            <a:ext cx="4409728" cy="261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0315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1594A83-555B-E863-06C1-327F52485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1" y="6871"/>
            <a:ext cx="6834127" cy="9899129"/>
          </a:xfrm>
          <a:prstGeom prst="rect">
            <a:avLst/>
          </a:prstGeom>
        </p:spPr>
      </p:pic>
      <p:sp>
        <p:nvSpPr>
          <p:cNvPr id="3" name="Título 2"/>
          <p:cNvSpPr>
            <a:spLocks noGrp="1"/>
          </p:cNvSpPr>
          <p:nvPr>
            <p:ph type="ctrTitle"/>
          </p:nvPr>
        </p:nvSpPr>
        <p:spPr>
          <a:xfrm>
            <a:off x="611058" y="5047099"/>
            <a:ext cx="5688631" cy="1083153"/>
          </a:xfrm>
        </p:spPr>
        <p:txBody>
          <a:bodyPr rtlCol="0" anchor="t">
            <a:normAutofit fontScale="90000"/>
          </a:bodyPr>
          <a:lstStyle/>
          <a:p>
            <a:pPr algn="ctr"/>
            <a:r>
              <a:rPr lang="pt-BR" sz="9600" cap="all" dirty="0">
                <a:solidFill>
                  <a:srgbClr val="FFFFFF"/>
                </a:solidFill>
                <a:effectLst/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8</a:t>
            </a:r>
            <a:br>
              <a:rPr lang="pt-BR" sz="5400" cap="all" dirty="0">
                <a:solidFill>
                  <a:srgbClr val="FFFFFF"/>
                </a:solidFill>
                <a:effectLst/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br>
              <a:rPr lang="pt-BR" sz="5400" cap="all" dirty="0">
                <a:solidFill>
                  <a:srgbClr val="FFFFFF"/>
                </a:solidFill>
                <a:effectLst/>
                <a:latin typeface="Calibri Light" panose="020F03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endParaRPr lang="en-US" sz="8800" dirty="0"/>
          </a:p>
        </p:txBody>
      </p:sp>
      <p:sp>
        <p:nvSpPr>
          <p:cNvPr id="4" name="Subtítulo 3"/>
          <p:cNvSpPr>
            <a:spLocks noGrp="1"/>
          </p:cNvSpPr>
          <p:nvPr>
            <p:ph type="subTitle" idx="1"/>
          </p:nvPr>
        </p:nvSpPr>
        <p:spPr>
          <a:xfrm>
            <a:off x="1140195" y="7761312"/>
            <a:ext cx="4630356" cy="504056"/>
          </a:xfrm>
        </p:spPr>
        <p:txBody>
          <a:bodyPr rtlCol="0">
            <a:normAutofit/>
          </a:bodyPr>
          <a:lstStyle/>
          <a:p>
            <a:pPr algn="ctr" rtl="0"/>
            <a:r>
              <a:rPr lang="pt-br" sz="1800" dirty="0"/>
              <a:t>AMBIENTE DE APRENDIZADO</a:t>
            </a:r>
            <a:endParaRPr lang="it-IT" sz="1800" dirty="0"/>
          </a:p>
        </p:txBody>
      </p:sp>
      <p:pic>
        <p:nvPicPr>
          <p:cNvPr id="7" name="Imagem 6" descr="Logotipo, nome da empresa&#10;&#10;Descrição gerada automaticamente">
            <a:extLst>
              <a:ext uri="{FF2B5EF4-FFF2-40B4-BE49-F238E27FC236}">
                <a16:creationId xmlns:a16="http://schemas.microsoft.com/office/drawing/2014/main" id="{520B9A1E-537E-D9D4-883C-17942D000E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509" y="803254"/>
            <a:ext cx="4409728" cy="261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2035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Túnel Azul Digital 16X9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895261" id="{9D3A0BA5-9BA3-4FF2-8DE9-02F032876D36}" vid="{5A33D4DE-F3FB-447A-BC59-822AF5AB6DE9}"/>
    </a:ext>
  </a:extLst>
</a:theme>
</file>

<file path=ppt/theme/theme2.xml><?xml version="1.0" encoding="utf-8"?>
<a:theme xmlns:a="http://schemas.openxmlformats.org/drawingml/2006/main" name="Tema do Offic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true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1564227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Take your audience through a digital tunnel where they'll  burst through to the other side and see the information you want to present. Show them lists, charts, tables, SmartArt,  and pictures using a variety of layouts in widescreen (16X9) format. This design works well for subjects on science and technology, computers, communication, and more.   
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2012-05-11T02:04:00+00:00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2029-01-01T08:00:00+00:00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TP102895246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835483</LocLastLocAttemptVersionLookup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APAuthor xmlns="4873beb7-5857-4685-be1f-d57550cc96cc">
      <UserInfo>
        <DisplayName>REDMOND\v-vaddu</DisplayName>
        <AccountId>2567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15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22CCB507-0646-4A50-A4F7-7F385079D5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4228E6B-D70C-44BB-A81F-A245495F612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0E41224-0370-4595-877C-23316CD80004}">
  <ds:schemaRefs>
    <ds:schemaRef ds:uri="http://schemas.microsoft.com/office/2006/metadata/properties"/>
    <ds:schemaRef ds:uri="http://schemas.microsoft.com/office/infopath/2007/PartnerControls"/>
    <ds:schemaRef ds:uri="4873beb7-5857-4685-be1f-d57550cc96c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profissional com túnel azul digital (widescreen)</Template>
  <TotalTime>61</TotalTime>
  <Words>47</Words>
  <Application>Microsoft Office PowerPoint</Application>
  <PresentationFormat>Papel A4 (210 x 297 mm)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Calibri Light</vt:lpstr>
      <vt:lpstr>Corbel</vt:lpstr>
      <vt:lpstr>Túnel Azul Digital 16X9</vt:lpstr>
      <vt:lpstr>1  </vt:lpstr>
      <vt:lpstr>2  </vt:lpstr>
      <vt:lpstr>3  </vt:lpstr>
      <vt:lpstr>4  </vt:lpstr>
      <vt:lpstr>5 </vt:lpstr>
      <vt:lpstr>6  </vt:lpstr>
      <vt:lpstr>7  </vt:lpstr>
      <vt:lpstr>8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  </dc:title>
  <dc:creator>Juce Brasil</dc:creator>
  <cp:lastModifiedBy>Juce Brasil</cp:lastModifiedBy>
  <cp:revision>1</cp:revision>
  <dcterms:created xsi:type="dcterms:W3CDTF">2023-09-03T20:16:49Z</dcterms:created>
  <dcterms:modified xsi:type="dcterms:W3CDTF">2023-09-03T21:18:06Z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