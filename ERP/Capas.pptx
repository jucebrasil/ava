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celbia JC. Campos" initials="JJC" lastIdx="1" clrIdx="0">
    <p:extLst>
      <p:ext uri="{19B8F6BF-5375-455C-9EA6-DF929625EA0E}">
        <p15:presenceInfo xmlns:p15="http://schemas.microsoft.com/office/powerpoint/2012/main" userId="Jucelbia JC. Campo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23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565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926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415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938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98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89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906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57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6080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49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63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C6ABA-1969-4B2C-8FD6-104239C040FB}" type="datetimeFigureOut">
              <a:rPr lang="pt-BR" smtClean="0"/>
              <a:t>05/12/2024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1E662-0407-48BF-BD14-EDA3F0F8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211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3000" r="-10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93223C9-BAC0-445D-91D1-39E756F44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156" y="8715975"/>
            <a:ext cx="2419688" cy="80973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36D45ED-C744-47AF-8430-7F6583128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156" y="362097"/>
            <a:ext cx="2419689" cy="165585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969ADC6F-33F3-4B75-9E8E-99A4480780CD}"/>
              </a:ext>
            </a:extLst>
          </p:cNvPr>
          <p:cNvSpPr/>
          <p:nvPr/>
        </p:nvSpPr>
        <p:spPr>
          <a:xfrm>
            <a:off x="1490902" y="3797305"/>
            <a:ext cx="3876196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600" b="1" spc="50" dirty="0">
                <a:ln w="0"/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Nova Cond" panose="020B0506020202020204" pitchFamily="34" charset="0"/>
              </a:rPr>
              <a:t>Devolução</a:t>
            </a:r>
          </a:p>
          <a:p>
            <a:pPr algn="ctr"/>
            <a:r>
              <a:rPr lang="pt-BR" sz="6600" b="1" spc="50" dirty="0">
                <a:ln w="0"/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Nova Cond" panose="020B0506020202020204" pitchFamily="34" charset="0"/>
              </a:rPr>
              <a:t>De</a:t>
            </a:r>
          </a:p>
          <a:p>
            <a:pPr algn="ctr"/>
            <a:r>
              <a:rPr lang="pt-BR" sz="6600" b="1" spc="50" dirty="0">
                <a:ln w="0"/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Nova Cond" panose="020B0506020202020204" pitchFamily="34" charset="0"/>
              </a:rPr>
              <a:t>Terceiros</a:t>
            </a:r>
          </a:p>
        </p:txBody>
      </p:sp>
    </p:spTree>
    <p:extLst>
      <p:ext uri="{BB962C8B-B14F-4D97-AF65-F5344CB8AC3E}">
        <p14:creationId xmlns:p14="http://schemas.microsoft.com/office/powerpoint/2010/main" val="10600542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3</Words>
  <Application>Microsoft Office PowerPoint</Application>
  <PresentationFormat>Papel A4 (210 x 297 mm)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Nova Cond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Jucelbia JC. Campos</dc:creator>
  <cp:lastModifiedBy>Jucelbia JC. Campos</cp:lastModifiedBy>
  <cp:revision>2</cp:revision>
  <dcterms:created xsi:type="dcterms:W3CDTF">2024-12-05T18:53:30Z</dcterms:created>
  <dcterms:modified xsi:type="dcterms:W3CDTF">2024-12-05T19:04:08Z</dcterms:modified>
</cp:coreProperties>
</file>