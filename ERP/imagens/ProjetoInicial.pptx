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B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9FA34-D7E4-B107-C9C8-A831ACBA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DDC97-C05A-EB01-DA90-02A3BF358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1139EE-3E37-7080-331A-B21C3C72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481A0-8473-D5FC-FAA4-1A027711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1A8A65-A6BE-2EEB-C80A-D4660660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72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68516-BC6F-ED7F-C3ED-3E30A1F1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1067D8-565C-0CCE-A499-D10CB5D6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8ED1F7-DBB1-7909-EB38-9FD7BBEF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0E87A-8FCA-4D1F-DF00-BB5DD7C5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DFC561-C75B-19AA-0C99-62AD980D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87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A6293-85CF-2038-C08C-1F44A25C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8CC08D-4EA5-6BBC-1B1D-0454B7A06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1F6E68-866C-DA4E-52A5-F9786B8E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F31856-B8ED-2CBD-DF9B-028B06C9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FA5835-1257-050A-6D2B-9F1082CC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038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81748-D2BD-7D8F-7747-C3599A15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9ED9BE-EDBA-0DD0-E3D6-8354398C6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6B29AF-95C5-3170-7A9D-0D828185B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D02800-F4CF-BBA5-1698-940D0DD7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4E4A80-18D1-D431-6A0C-F92690E4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8F957F-FD82-739C-4E24-EEAB32C1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06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082A8-9F8E-23F7-5FED-81BFA557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BDBD92-8784-4484-189C-F5041A88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6F286C-FD53-688B-66A8-2753AFA39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A9BD883-9D09-FE40-DF0D-99322371D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2ECD80-18A3-6AD6-590F-EED56C5EB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ECE4BF-0C7D-1E65-D147-13F8EE70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24BD3A-53D8-143C-41C4-4C4B43A5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9543B3-F95F-042B-4CA8-74BBAE38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7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DDDDB-AFDE-3683-9AEC-BCBCA069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D18FB1-DD4A-72A4-8DA4-6DAA3DA8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C58C66-B995-9395-4852-7849E62C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B70F44-77F4-DF47-595B-676F61D5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40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F4BE3E-C828-3374-9C27-A685E2D8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86706C-EB63-F029-32A7-81692DCC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E79F12-C830-8724-1F72-42EC1418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15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72624-9A1C-4350-540B-E44B61FD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E1C642-6C80-DA48-4C6A-B9AAE5FD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88D063-EA72-3F78-2194-2B693D48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7C5832-5C3F-8860-908B-A5E8BA3F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9B7EE8-802F-34EF-61E5-8C7D42CF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44209D-EA0E-23D1-A1D8-95D59C0E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34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B565A-5A48-282D-55ED-95113D9F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8811D7-B3AD-FDB5-212F-C9A3D863A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F8AFAE-3924-23BB-4FD3-F8E135C69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74FF84-4447-A95A-EB0D-5F75EC9C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4673FE-17F1-2C23-000C-A83B8126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41B4B8-8061-4E71-19EA-FCA23464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11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157CF-E6FD-F528-73FD-AA809CAF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028D1B-70BE-6EE8-BB5F-37F5C2CEF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BBBED4-1994-149B-5E40-2EA8FF45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BA802-F522-6F24-CBA2-FA2FA01C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9C26BB-ACD5-B11E-FD23-150D3802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0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CDABED-1AFA-9383-3427-5D362B354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241CD3-146D-E502-BBD3-4278E8DCB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00D2A5-A461-C451-EC7A-CDEA6D80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3E0188-26F5-438A-8AAF-D86BF5FC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B778C4-F149-D058-23CF-DE1618DE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98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5983BF-195C-E2BA-0082-243969DD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0D37B3-FFBD-41CE-9FF2-DEA940962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A01AE-F34E-60B7-CE4F-4F15FC727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4889A-3990-4DC8-9E77-7955E6E7C8B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E70E1-8C79-4F08-609D-CC47EB297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DA46D5-B1D5-F22B-94CC-6076B882D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07F7D-B851-4715-8A9E-F2AD473FE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83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C1B86CE4-4759-3FB6-E0CE-7F5950DF9C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FC68BAD1-F4E9-1EF0-721D-70D1F74DD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9" y="1762764"/>
            <a:ext cx="4202784" cy="249017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6DDD76D-0CD9-EDF7-478A-79EF209166A6}"/>
              </a:ext>
            </a:extLst>
          </p:cNvPr>
          <p:cNvSpPr/>
          <p:nvPr/>
        </p:nvSpPr>
        <p:spPr>
          <a:xfrm>
            <a:off x="4642642" y="880121"/>
            <a:ext cx="2443960" cy="783193"/>
          </a:xfrm>
          <a:prstGeom prst="roundRect">
            <a:avLst/>
          </a:prstGeom>
          <a:solidFill>
            <a:srgbClr val="83B9D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CANCELAMENTOS</a:t>
            </a:r>
          </a:p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Retângulo: Cantos Arredondados 6">
            <a:hlinkClick r:id="rId4" action="ppaction://hlinksldjump"/>
            <a:extLst>
              <a:ext uri="{FF2B5EF4-FFF2-40B4-BE49-F238E27FC236}">
                <a16:creationId xmlns:a16="http://schemas.microsoft.com/office/drawing/2014/main" id="{F3F68E2D-8A25-8378-5992-1847FA608ED7}"/>
              </a:ext>
            </a:extLst>
          </p:cNvPr>
          <p:cNvSpPr/>
          <p:nvPr/>
        </p:nvSpPr>
        <p:spPr>
          <a:xfrm>
            <a:off x="4642642" y="1897843"/>
            <a:ext cx="2443960" cy="783193"/>
          </a:xfrm>
          <a:prstGeom prst="roundRect">
            <a:avLst/>
          </a:prstGeom>
          <a:solidFill>
            <a:srgbClr val="83B9D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FECHAMENTOS</a:t>
            </a:r>
          </a:p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3BECFAD-863F-CD87-8BDD-A8295727D32C}"/>
              </a:ext>
            </a:extLst>
          </p:cNvPr>
          <p:cNvSpPr/>
          <p:nvPr/>
        </p:nvSpPr>
        <p:spPr>
          <a:xfrm>
            <a:off x="4642642" y="3016246"/>
            <a:ext cx="2443960" cy="769117"/>
          </a:xfrm>
          <a:prstGeom prst="roundRect">
            <a:avLst/>
          </a:prstGeom>
          <a:solidFill>
            <a:srgbClr val="83B9D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108000" rIns="0" bIns="108000" anchor="ctr">
            <a:spAutoFit/>
          </a:bodyPr>
          <a:lstStyle/>
          <a:p>
            <a:pPr algn="ctr"/>
            <a:endParaRPr lang="pt-BR" sz="6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ATALHOS SISTEMA</a:t>
            </a:r>
          </a:p>
          <a:p>
            <a:pPr algn="ctr"/>
            <a:endParaRPr lang="pt-BR" sz="5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13F942D-20CF-D898-8F80-596400EC48DF}"/>
              </a:ext>
            </a:extLst>
          </p:cNvPr>
          <p:cNvSpPr/>
          <p:nvPr/>
        </p:nvSpPr>
        <p:spPr>
          <a:xfrm>
            <a:off x="4642642" y="4120571"/>
            <a:ext cx="2443960" cy="783193"/>
          </a:xfrm>
          <a:prstGeom prst="roundRect">
            <a:avLst/>
          </a:prstGeom>
          <a:solidFill>
            <a:srgbClr val="83B9D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pt-BR" sz="2000" cap="all" dirty="0">
                <a:ln w="0"/>
                <a:solidFill>
                  <a:srgbClr val="263A5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DEVOLUÇÃO</a:t>
            </a:r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Retângulo: Cantos Arredondados 9">
            <a:hlinkClick r:id="rId6" action="ppaction://hlinksldjump"/>
            <a:extLst>
              <a:ext uri="{FF2B5EF4-FFF2-40B4-BE49-F238E27FC236}">
                <a16:creationId xmlns:a16="http://schemas.microsoft.com/office/drawing/2014/main" id="{C1DA908E-D044-C44B-4304-8EA632B8A0DD}"/>
              </a:ext>
            </a:extLst>
          </p:cNvPr>
          <p:cNvSpPr/>
          <p:nvPr/>
        </p:nvSpPr>
        <p:spPr>
          <a:xfrm>
            <a:off x="7195341" y="880121"/>
            <a:ext cx="2443960" cy="783193"/>
          </a:xfrm>
          <a:prstGeom prst="roundRect">
            <a:avLst/>
          </a:prstGeom>
          <a:solidFill>
            <a:srgbClr val="83B9D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tIns="0" rIns="0" bIns="0" anchor="ctr">
            <a:normAutofit lnSpcReduction="10000"/>
          </a:bodyPr>
          <a:lstStyle/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ESTOQUE</a:t>
            </a:r>
          </a:p>
          <a:p>
            <a:pPr algn="ctr"/>
            <a:r>
              <a:rPr lang="pt-BR" sz="2000" dirty="0">
                <a:ln w="0"/>
                <a:solidFill>
                  <a:srgbClr val="263A53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WMS/COM</a:t>
            </a:r>
          </a:p>
          <a:p>
            <a:pPr algn="ctr"/>
            <a:endParaRPr lang="pt-BR" sz="1000" dirty="0">
              <a:ln w="0"/>
              <a:solidFill>
                <a:srgbClr val="263A53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0347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3B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B824B440-00DA-51CB-2DA8-1B366F178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448" y="-30503"/>
            <a:ext cx="8458200" cy="688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0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3B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Uma imagem contendo edifício, placa, rua, estacionamento&#10;&#10;Descrição gerada automaticamente">
            <a:extLst>
              <a:ext uri="{FF2B5EF4-FFF2-40B4-BE49-F238E27FC236}">
                <a16:creationId xmlns:a16="http://schemas.microsoft.com/office/drawing/2014/main" id="{44B154D0-2F24-B204-6F8A-3DC59D52B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49" y="0"/>
            <a:ext cx="97835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0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3B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Linha do tempo&#10;&#10;Descrição gerada automaticamente">
            <a:extLst>
              <a:ext uri="{FF2B5EF4-FFF2-40B4-BE49-F238E27FC236}">
                <a16:creationId xmlns:a16="http://schemas.microsoft.com/office/drawing/2014/main" id="{CCCCF53E-6F27-CC1F-7FE4-93AC82171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89" y="0"/>
            <a:ext cx="10805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3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83B9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">
            <a:extLst>
              <a:ext uri="{FF2B5EF4-FFF2-40B4-BE49-F238E27FC236}">
                <a16:creationId xmlns:a16="http://schemas.microsoft.com/office/drawing/2014/main" id="{DBD35168-3589-CD25-B49A-733CAD1F4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778" y="0"/>
            <a:ext cx="6430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91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</Words>
  <Application>Microsoft Office PowerPoint</Application>
  <PresentationFormat>Widescreen</PresentationFormat>
  <Paragraphs>11</Paragraphs>
  <Slides>5</Slides>
  <Notes>0</Notes>
  <HiddenSlides>4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Aharoni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Juce Brasil</dc:creator>
  <cp:lastModifiedBy>Juce Brasil</cp:lastModifiedBy>
  <cp:revision>1</cp:revision>
  <dcterms:created xsi:type="dcterms:W3CDTF">2023-07-20T22:55:57Z</dcterms:created>
  <dcterms:modified xsi:type="dcterms:W3CDTF">2024-12-31T01:27:27Z</dcterms:modified>
</cp:coreProperties>
</file>