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3296"/>
    <a:srgbClr val="4B87FF"/>
    <a:srgbClr val="D3236A"/>
    <a:srgbClr val="FF6D6D"/>
    <a:srgbClr val="FF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2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6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3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9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0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3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0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9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1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8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2060"/>
            </a:gs>
            <a:gs pos="95000">
              <a:srgbClr val="C00000">
                <a:alpha val="8300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B05C7-0BAD-2B86-47C4-928A4F9CB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4368A0EF-B92B-9A0A-C986-FB94356E3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8338" cy="6858000"/>
          </a:xfrm>
          <a:prstGeom prst="rect">
            <a:avLst/>
          </a:prstGeom>
        </p:spPr>
      </p:pic>
      <p:pic>
        <p:nvPicPr>
          <p:cNvPr id="3" name="Imagem 2" descr="Uma imagem contendo Logotipo&#10;&#10;Descrição gerada automaticamente">
            <a:extLst>
              <a:ext uri="{FF2B5EF4-FFF2-40B4-BE49-F238E27FC236}">
                <a16:creationId xmlns:a16="http://schemas.microsoft.com/office/drawing/2014/main" id="{FC9BEB1A-5558-B0CE-7564-17CAC2C42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618" y="247890"/>
            <a:ext cx="2419688" cy="809738"/>
          </a:xfrm>
          <a:prstGeom prst="rect">
            <a:avLst/>
          </a:prstGeom>
        </p:spPr>
      </p:pic>
      <p:pic>
        <p:nvPicPr>
          <p:cNvPr id="4" name="Imagem 3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1544DCC-6DB3-8EDD-4932-C126DAD90D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9" t="8500" r="3874" b="15024"/>
          <a:stretch/>
        </p:blipFill>
        <p:spPr>
          <a:xfrm>
            <a:off x="570154" y="5124793"/>
            <a:ext cx="2062959" cy="1336938"/>
          </a:xfrm>
          <a:prstGeom prst="rect">
            <a:avLst/>
          </a:prstGeom>
        </p:spPr>
      </p:pic>
      <p:pic>
        <p:nvPicPr>
          <p:cNvPr id="6" name="Imagem 5" descr="Texto, Logotipo&#10;&#10;Descrição gerada automaticamente">
            <a:extLst>
              <a:ext uri="{FF2B5EF4-FFF2-40B4-BE49-F238E27FC236}">
                <a16:creationId xmlns:a16="http://schemas.microsoft.com/office/drawing/2014/main" id="{8AC55ABA-1C40-73DB-9135-643CF7ACD5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97" y="247890"/>
            <a:ext cx="2729272" cy="1867714"/>
          </a:xfrm>
          <a:prstGeom prst="rect">
            <a:avLst/>
          </a:prstGeom>
        </p:spPr>
      </p:pic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8C92D2D1-4E53-AC6E-5BC8-B2667865BE2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513" y="5124793"/>
            <a:ext cx="1336938" cy="1336938"/>
          </a:xfrm>
          <a:prstGeom prst="rect">
            <a:avLst/>
          </a:prstGeom>
        </p:spPr>
      </p:pic>
      <p:pic>
        <p:nvPicPr>
          <p:cNvPr id="9" name="Imagem 8" descr="Texto&#10;&#10;Descrição gerada automaticamente">
            <a:extLst>
              <a:ext uri="{FF2B5EF4-FFF2-40B4-BE49-F238E27FC236}">
                <a16:creationId xmlns:a16="http://schemas.microsoft.com/office/drawing/2014/main" id="{060AF753-0BCA-F7F1-499B-A524CCFC60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561" y="451415"/>
            <a:ext cx="3622878" cy="467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0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2060"/>
            </a:gs>
            <a:gs pos="95000">
              <a:srgbClr val="C00000">
                <a:alpha val="8300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E0BC9-A6C0-C8BB-40B0-BA11F991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C11C318E-2A14-273E-8D96-169DA77C3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38338" cy="6858000"/>
          </a:xfrm>
          <a:prstGeom prst="rect">
            <a:avLst/>
          </a:prstGeom>
        </p:spPr>
      </p:pic>
      <p:pic>
        <p:nvPicPr>
          <p:cNvPr id="3" name="Imagem 2" descr="Uma imagem contendo Logotipo&#10;&#10;Descrição gerada automaticamente">
            <a:extLst>
              <a:ext uri="{FF2B5EF4-FFF2-40B4-BE49-F238E27FC236}">
                <a16:creationId xmlns:a16="http://schemas.microsoft.com/office/drawing/2014/main" id="{BC15F65F-2668-D5A4-0329-109522503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25" y="202395"/>
            <a:ext cx="2419688" cy="809738"/>
          </a:xfrm>
          <a:prstGeom prst="rect">
            <a:avLst/>
          </a:prstGeom>
        </p:spPr>
      </p:pic>
      <p:pic>
        <p:nvPicPr>
          <p:cNvPr id="6" name="Imagem 5" descr="Texto, Logotipo&#10;&#10;Descrição gerada automaticamente">
            <a:extLst>
              <a:ext uri="{FF2B5EF4-FFF2-40B4-BE49-F238E27FC236}">
                <a16:creationId xmlns:a16="http://schemas.microsoft.com/office/drawing/2014/main" id="{2783BEC3-F0B8-CF7A-E10E-577438739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554" y="202395"/>
            <a:ext cx="2729272" cy="1867714"/>
          </a:xfrm>
          <a:prstGeom prst="rect">
            <a:avLst/>
          </a:prstGeom>
        </p:spPr>
      </p:pic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861D63D2-BEF9-37EA-233F-C83BEA9C0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326" y="607263"/>
            <a:ext cx="4797911" cy="4446101"/>
          </a:xfrm>
          <a:prstGeom prst="rect">
            <a:avLst/>
          </a:prstGeom>
        </p:spPr>
      </p:pic>
      <p:pic>
        <p:nvPicPr>
          <p:cNvPr id="10" name="Imagem 9" descr="Logotipo, Ícone&#10;&#10;Descrição gerada automaticamente">
            <a:extLst>
              <a:ext uri="{FF2B5EF4-FFF2-40B4-BE49-F238E27FC236}">
                <a16:creationId xmlns:a16="http://schemas.microsoft.com/office/drawing/2014/main" id="{CFBC545C-6800-B95E-3096-AC5D1578B81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25" y="5237847"/>
            <a:ext cx="1417758" cy="1417758"/>
          </a:xfrm>
          <a:prstGeom prst="rect">
            <a:avLst/>
          </a:prstGeom>
        </p:spPr>
      </p:pic>
      <p:pic>
        <p:nvPicPr>
          <p:cNvPr id="15" name="Imagem 14" descr="Ícone&#10;&#10;Descrição gerada automaticamente">
            <a:extLst>
              <a:ext uri="{FF2B5EF4-FFF2-40B4-BE49-F238E27FC236}">
                <a16:creationId xmlns:a16="http://schemas.microsoft.com/office/drawing/2014/main" id="{CEFC7155-63AF-27D9-B089-47E70EBCB06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426" y="5237205"/>
            <a:ext cx="1418400" cy="14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32825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AnalogousFromRegularSeedLeftStep">
      <a:dk1>
        <a:srgbClr val="000000"/>
      </a:dk1>
      <a:lt1>
        <a:srgbClr val="FFFFFF"/>
      </a:lt1>
      <a:dk2>
        <a:srgbClr val="1B1D2F"/>
      </a:dk2>
      <a:lt2>
        <a:srgbClr val="F0F3F1"/>
      </a:lt2>
      <a:accent1>
        <a:srgbClr val="E729CF"/>
      </a:accent1>
      <a:accent2>
        <a:srgbClr val="9D17D5"/>
      </a:accent2>
      <a:accent3>
        <a:srgbClr val="6029E7"/>
      </a:accent3>
      <a:accent4>
        <a:srgbClr val="1F36D6"/>
      </a:accent4>
      <a:accent5>
        <a:srgbClr val="2990E7"/>
      </a:accent5>
      <a:accent6>
        <a:srgbClr val="16BEC6"/>
      </a:accent6>
      <a:hlink>
        <a:srgbClr val="359F42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Avenir Next LT Pro</vt:lpstr>
      <vt:lpstr>Avenir Next LT Pro Light</vt:lpstr>
      <vt:lpstr>EncaseVTI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Juce Brasil</dc:creator>
  <cp:lastModifiedBy>Juce Brasil</cp:lastModifiedBy>
  <cp:revision>2</cp:revision>
  <dcterms:created xsi:type="dcterms:W3CDTF">2024-12-24T21:11:13Z</dcterms:created>
  <dcterms:modified xsi:type="dcterms:W3CDTF">2024-12-25T04:01:12Z</dcterms:modified>
</cp:coreProperties>
</file>