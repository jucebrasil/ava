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1" r:id="rId3"/>
    <p:sldId id="262" r:id="rId4"/>
    <p:sldId id="263" r:id="rId5"/>
    <p:sldId id="264" r:id="rId6"/>
    <p:sldId id="265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s COM" id="{26B61C7D-754D-4562-97A8-C5A914A0D995}">
          <p14:sldIdLst>
            <p14:sldId id="268"/>
          </p14:sldIdLst>
        </p14:section>
        <p14:section name="Capas LOG" id="{4920729D-1C6B-4ED5-82A1-16389CDF4732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26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65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381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79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120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195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26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61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76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00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195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19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BA0BE-B74C-413B-A2EF-AF395C18C8D9}" type="datetimeFigureOut">
              <a:rPr lang="pt-BR" smtClean="0"/>
              <a:t>30/12/2024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5F1B4-153E-4A1D-9983-2FF01255AB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EEC6810-D6F5-85B1-2E6F-11A88099E22B}"/>
              </a:ext>
            </a:extLst>
          </p:cNvPr>
          <p:cNvSpPr/>
          <p:nvPr/>
        </p:nvSpPr>
        <p:spPr>
          <a:xfrm>
            <a:off x="0" y="0"/>
            <a:ext cx="6865620" cy="990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8E95255-1933-E3E0-1687-D2EFEA182460}"/>
              </a:ext>
            </a:extLst>
          </p:cNvPr>
          <p:cNvGrpSpPr/>
          <p:nvPr/>
        </p:nvGrpSpPr>
        <p:grpSpPr>
          <a:xfrm>
            <a:off x="0" y="1760828"/>
            <a:ext cx="6858000" cy="4082143"/>
            <a:chOff x="0" y="2911928"/>
            <a:chExt cx="6858000" cy="4082143"/>
          </a:xfrm>
        </p:grpSpPr>
        <p:pic>
          <p:nvPicPr>
            <p:cNvPr id="16" name="Imagem 15" descr="Diagrama&#10;&#10;Descrição gerada automaticamente">
              <a:extLst>
                <a:ext uri="{FF2B5EF4-FFF2-40B4-BE49-F238E27FC236}">
                  <a16:creationId xmlns:a16="http://schemas.microsoft.com/office/drawing/2014/main" id="{3D312B6F-A271-0C27-EBD4-2171B3219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11928"/>
              <a:ext cx="6858000" cy="4082143"/>
            </a:xfrm>
            <a:prstGeom prst="rect">
              <a:avLst/>
            </a:prstGeom>
          </p:spPr>
        </p:pic>
        <p:pic>
          <p:nvPicPr>
            <p:cNvPr id="4" name="Imagem 3" descr="Código QR&#10;&#10;Descrição gerada automaticamente com confiança média">
              <a:extLst>
                <a:ext uri="{FF2B5EF4-FFF2-40B4-BE49-F238E27FC236}">
                  <a16:creationId xmlns:a16="http://schemas.microsoft.com/office/drawing/2014/main" id="{FD1AD364-3EAC-9AD6-419F-A56E61156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256" y="4401850"/>
              <a:ext cx="1349397" cy="856115"/>
            </a:xfrm>
            <a:prstGeom prst="rect">
              <a:avLst/>
            </a:prstGeom>
          </p:spPr>
        </p:pic>
      </p:grpSp>
      <p:pic>
        <p:nvPicPr>
          <p:cNvPr id="2050" name="Imagem 1145494449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71663D1D-454F-0BAB-0727-F944F5859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713" y="502486"/>
            <a:ext cx="3071813" cy="88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1">
            <a:extLst>
              <a:ext uri="{FF2B5EF4-FFF2-40B4-BE49-F238E27FC236}">
                <a16:creationId xmlns:a16="http://schemas.microsoft.com/office/drawing/2014/main" id="{59CDF86A-0BEC-03F4-8351-F9A7F0424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369" y="8739206"/>
            <a:ext cx="2227263" cy="66430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7325B"/>
                </a:solidFill>
                <a:effectLst/>
                <a:latin typeface="Kanit Light" pitchFamily="2" charset="-34"/>
                <a:ea typeface="Arial" panose="020B0604020202020204" pitchFamily="34" charset="0"/>
                <a:cs typeface="Kanit Light" pitchFamily="2" charset="-34"/>
              </a:rPr>
              <a:t>2024</a:t>
            </a:r>
            <a:endParaRPr kumimoji="0" lang="pt-BR" altLang="pt-B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27325B"/>
                </a:solidFill>
                <a:effectLst/>
                <a:latin typeface="Kanit Light" pitchFamily="2" charset="-34"/>
                <a:ea typeface="Arial" panose="020B0604020202020204" pitchFamily="34" charset="0"/>
                <a:cs typeface="Kanit Light" pitchFamily="2" charset="-34"/>
              </a:rPr>
              <a:t> Versão 1.0</a:t>
            </a:r>
            <a:endParaRPr kumimoji="0" lang="pt-BR" altLang="pt-B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Caixa de Texto 2">
            <a:extLst>
              <a:ext uri="{FF2B5EF4-FFF2-40B4-BE49-F238E27FC236}">
                <a16:creationId xmlns:a16="http://schemas.microsoft.com/office/drawing/2014/main" id="{F4DCA23D-51AE-4E5A-53D2-E1520BCECF13}"/>
              </a:ext>
            </a:extLst>
          </p:cNvPr>
          <p:cNvSpPr txBox="1"/>
          <p:nvPr/>
        </p:nvSpPr>
        <p:spPr>
          <a:xfrm>
            <a:off x="0" y="6213900"/>
            <a:ext cx="6857999" cy="215437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800"/>
              </a:spcAft>
            </a:pPr>
            <a:r>
              <a:rPr lang="pt-BR" sz="4000" b="1" kern="100" dirty="0">
                <a:solidFill>
                  <a:srgbClr val="27325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nit Light" pitchFamily="2" charset="-34"/>
                <a:ea typeface="Arial" panose="020B0604020202020204" pitchFamily="34" charset="0"/>
                <a:cs typeface="Times New Roman" panose="02020603050405020304" pitchFamily="18" charset="0"/>
              </a:rPr>
              <a:t>Relatório</a:t>
            </a:r>
          </a:p>
          <a:p>
            <a:pPr algn="ctr">
              <a:spcAft>
                <a:spcPts val="800"/>
              </a:spcAft>
            </a:pPr>
            <a:r>
              <a:rPr lang="pt-BR" sz="4000" b="1" kern="100" dirty="0">
                <a:solidFill>
                  <a:srgbClr val="27325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nit Light" pitchFamily="2" charset="-34"/>
                <a:ea typeface="Calibri" panose="020F0502020204030204" pitchFamily="34" charset="0"/>
                <a:cs typeface="Times New Roman" panose="02020603050405020304" pitchFamily="18" charset="0"/>
              </a:rPr>
              <a:t>Listagem de Pedidos por Data/Número</a:t>
            </a:r>
            <a:endParaRPr lang="pt-BR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978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Tela de Fundo de Tecnologia de Rede">
            <a:extLst>
              <a:ext uri="{FF2B5EF4-FFF2-40B4-BE49-F238E27FC236}">
                <a16:creationId xmlns:a16="http://schemas.microsoft.com/office/drawing/2014/main" id="{813A2D9B-6D3D-DA39-C6C4-6F5C2BA584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46850" r="12823"/>
          <a:stretch/>
        </p:blipFill>
        <p:spPr>
          <a:xfrm>
            <a:off x="20" y="10"/>
            <a:ext cx="6857980" cy="990599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D0BA1-5471-9ACC-D6AB-A1281F0BB20C}"/>
              </a:ext>
            </a:extLst>
          </p:cNvPr>
          <p:cNvSpPr/>
          <p:nvPr/>
        </p:nvSpPr>
        <p:spPr>
          <a:xfrm>
            <a:off x="637309" y="2500745"/>
            <a:ext cx="5583382" cy="490451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114300" dir="24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ACERTO</a:t>
            </a:r>
          </a:p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</a:t>
            </a:r>
          </a:p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CARGA</a:t>
            </a:r>
          </a:p>
          <a:p>
            <a:pPr algn="ctr"/>
            <a:r>
              <a:rPr lang="pt-BR" sz="28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(SEM RETORNO)</a:t>
            </a: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E2224ECB-18A9-2470-4CB8-D0B9F062F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9" y="136597"/>
            <a:ext cx="2090236" cy="12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0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Tela de Fundo de Tecnologia de Rede">
            <a:extLst>
              <a:ext uri="{FF2B5EF4-FFF2-40B4-BE49-F238E27FC236}">
                <a16:creationId xmlns:a16="http://schemas.microsoft.com/office/drawing/2014/main" id="{813A2D9B-6D3D-DA39-C6C4-6F5C2BA584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46850" r="12823"/>
          <a:stretch/>
        </p:blipFill>
        <p:spPr>
          <a:xfrm>
            <a:off x="20" y="10"/>
            <a:ext cx="6857980" cy="990599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D0BA1-5471-9ACC-D6AB-A1281F0BB20C}"/>
              </a:ext>
            </a:extLst>
          </p:cNvPr>
          <p:cNvSpPr/>
          <p:nvPr/>
        </p:nvSpPr>
        <p:spPr>
          <a:xfrm>
            <a:off x="637309" y="2500745"/>
            <a:ext cx="5583382" cy="490451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114300" dir="24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DEVOLUÇÃO DE COMPRAS</a:t>
            </a:r>
          </a:p>
          <a:p>
            <a:pPr algn="ctr"/>
            <a:r>
              <a:rPr lang="pt-BR" sz="28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(AUTOMATICO CARGA)</a:t>
            </a: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E2224ECB-18A9-2470-4CB8-D0B9F062F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9" y="136597"/>
            <a:ext cx="2090236" cy="12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7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Tela de Fundo de Tecnologia de Rede">
            <a:extLst>
              <a:ext uri="{FF2B5EF4-FFF2-40B4-BE49-F238E27FC236}">
                <a16:creationId xmlns:a16="http://schemas.microsoft.com/office/drawing/2014/main" id="{813A2D9B-6D3D-DA39-C6C4-6F5C2BA584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46850" r="12823"/>
          <a:stretch/>
        </p:blipFill>
        <p:spPr>
          <a:xfrm>
            <a:off x="20" y="10"/>
            <a:ext cx="6857980" cy="990599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D0BA1-5471-9ACC-D6AB-A1281F0BB20C}"/>
              </a:ext>
            </a:extLst>
          </p:cNvPr>
          <p:cNvSpPr/>
          <p:nvPr/>
        </p:nvSpPr>
        <p:spPr>
          <a:xfrm>
            <a:off x="637309" y="2500745"/>
            <a:ext cx="5583382" cy="490451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114300" dir="24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DEVOLUÇÃO DE COMPRAS</a:t>
            </a:r>
          </a:p>
          <a:p>
            <a:pPr algn="ctr"/>
            <a:r>
              <a:rPr lang="pt-BR" sz="28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(MANUAL PEDIDO)</a:t>
            </a: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E2224ECB-18A9-2470-4CB8-D0B9F062F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9" y="136597"/>
            <a:ext cx="2090236" cy="12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Tela de Fundo de Tecnologia de Rede">
            <a:extLst>
              <a:ext uri="{FF2B5EF4-FFF2-40B4-BE49-F238E27FC236}">
                <a16:creationId xmlns:a16="http://schemas.microsoft.com/office/drawing/2014/main" id="{813A2D9B-6D3D-DA39-C6C4-6F5C2BA584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46850" r="12823"/>
          <a:stretch/>
        </p:blipFill>
        <p:spPr>
          <a:xfrm>
            <a:off x="20" y="10"/>
            <a:ext cx="6857980" cy="990599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D0BA1-5471-9ACC-D6AB-A1281F0BB20C}"/>
              </a:ext>
            </a:extLst>
          </p:cNvPr>
          <p:cNvSpPr/>
          <p:nvPr/>
        </p:nvSpPr>
        <p:spPr>
          <a:xfrm>
            <a:off x="637309" y="2500745"/>
            <a:ext cx="5583382" cy="490451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114300" dir="24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DEVOLUÇÃO DE VENDAS</a:t>
            </a:r>
          </a:p>
          <a:p>
            <a:pPr algn="ctr"/>
            <a:r>
              <a:rPr lang="pt-BR" sz="28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(AUTOMATICO CARGA)</a:t>
            </a: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E2224ECB-18A9-2470-4CB8-D0B9F062F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9" y="136597"/>
            <a:ext cx="2090236" cy="12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Tela de Fundo de Tecnologia de Rede">
            <a:extLst>
              <a:ext uri="{FF2B5EF4-FFF2-40B4-BE49-F238E27FC236}">
                <a16:creationId xmlns:a16="http://schemas.microsoft.com/office/drawing/2014/main" id="{813A2D9B-6D3D-DA39-C6C4-6F5C2BA584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46850" r="12823"/>
          <a:stretch/>
        </p:blipFill>
        <p:spPr>
          <a:xfrm>
            <a:off x="20" y="10"/>
            <a:ext cx="6857980" cy="990599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1D0BA1-5471-9ACC-D6AB-A1281F0BB20C}"/>
              </a:ext>
            </a:extLst>
          </p:cNvPr>
          <p:cNvSpPr/>
          <p:nvPr/>
        </p:nvSpPr>
        <p:spPr>
          <a:xfrm>
            <a:off x="637309" y="2500745"/>
            <a:ext cx="5583382" cy="490451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114300" dir="24000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4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DEVOLUÇÃO DE VENDAS</a:t>
            </a:r>
          </a:p>
          <a:p>
            <a:pPr algn="ctr"/>
            <a:r>
              <a:rPr lang="pt-BR" sz="2800" b="1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 Extra Light" panose="020B0204020104020204" pitchFamily="34" charset="0"/>
              </a:rPr>
              <a:t>(MANUAL PEDIDO)</a:t>
            </a:r>
          </a:p>
        </p:txBody>
      </p:sp>
      <p:pic>
        <p:nvPicPr>
          <p:cNvPr id="2" name="Imagem 1" descr="Logotipo, nome da empresa&#10;&#10;Descrição gerada automaticamente">
            <a:extLst>
              <a:ext uri="{FF2B5EF4-FFF2-40B4-BE49-F238E27FC236}">
                <a16:creationId xmlns:a16="http://schemas.microsoft.com/office/drawing/2014/main" id="{E2224ECB-18A9-2470-4CB8-D0B9F062F0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9" y="136597"/>
            <a:ext cx="2090236" cy="12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17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305</TotalTime>
  <Words>47</Words>
  <Application>Microsoft Office PowerPoint</Application>
  <PresentationFormat>Papel A4 (210 x 297 mm)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Abadi Extra Light</vt:lpstr>
      <vt:lpstr>Arial</vt:lpstr>
      <vt:lpstr>Calibri</vt:lpstr>
      <vt:lpstr>Calibri Light</vt:lpstr>
      <vt:lpstr>Kanit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Juce Brasil</dc:creator>
  <cp:lastModifiedBy>Juce Brasil</cp:lastModifiedBy>
  <cp:revision>3</cp:revision>
  <dcterms:created xsi:type="dcterms:W3CDTF">2023-09-04T00:45:32Z</dcterms:created>
  <dcterms:modified xsi:type="dcterms:W3CDTF">2024-12-31T02:04:47Z</dcterms:modified>
</cp:coreProperties>
</file>