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B67"/>
    <a:srgbClr val="9EA19E"/>
    <a:srgbClr val="EE3134"/>
    <a:srgbClr val="34264E"/>
    <a:srgbClr val="352749"/>
    <a:srgbClr val="26287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733AE-E35B-9CFF-8A8B-F67D7594C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753F7B-D8CD-0A1F-14BF-EDDB89E7C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00B38F-2427-E8CA-84F4-6195EA3A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54D657-3D96-B3FE-7687-C5B4815E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227E67-1B34-CCF4-8ED0-148834A0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43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9839A-328B-858C-C953-81AE5A3C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32E53F-D230-42FF-CCCF-2153C5FFB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B89781-2538-F019-913F-2BA64657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4054A8-EC31-3DBB-7423-995715C8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304065-84C5-A6F3-79B8-93DAB415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92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D7CD7-9D54-AAF8-6C73-6DD17385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EEB3C1-83E4-C623-508A-25BDD6DE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568AB-2891-1778-19F1-953844AA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7C8FEF-314C-34B0-AAF1-A8653B75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6F9954-2F2E-4263-27B0-29BCF0A8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AC2C2-2FC5-2D14-C4D3-CDCFDAEA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7F448E-D320-6B34-AB56-8D366EC63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17EEDB-87C9-7EFA-3762-C7742F380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481198-F494-4D5B-52A0-DE570A74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B757B5-D8DA-BA24-93F8-664A2176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6F39D7-69E5-7F4D-11BC-C082AE88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26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5C0DD-0246-B849-1694-1F92D3D3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8BFDD8-1350-F0BA-2048-3B2383F5E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DE0E1C-AC5B-8647-0849-ED21DFE64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DB9C04-188E-2B82-5DC9-49300BD5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8BA506-4D36-E0E7-3D32-C1734DED9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BBB6AD-3FF5-EAC2-C4EA-F96B1A85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41A4CBE-C42A-6C94-A4F4-B6B6252B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442B13-6745-50AA-1382-181BBE22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22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EDB90-4BD2-048D-9DAE-B9BA89F13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ABCFDA-A6E0-DFEE-708C-B14B1516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CBD739-D2F3-BA2C-75A6-968ACC91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F20255-AC97-BC14-6484-A8F8DD33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20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09AE38-EF50-77BC-3CF9-7ADCE62C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B93900-65B5-18B5-3AE6-DC620D68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9535DC-B6CE-A551-CB52-A6D63287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66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58577-F280-256D-3D4B-9D0430A5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A342F2-00BF-70A7-9965-E376688DD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667A28-EE71-8565-1772-5CE6CDB2A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DB5F7D-50C8-6A1E-D8F0-8BB44CE6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904439-89A9-C817-BD6D-A99DC644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673C23-E337-0C8C-F4C2-7ED64660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99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9AE94-F090-D52D-B271-57955031F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7B5527-EA6E-BAB0-949F-9DBCAB030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073736-4BBB-FCA9-A5C5-047492A8F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B312FE-5991-C38C-5CF8-0EECDC01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EDBDF2-07BB-7E72-EF5D-583E1B1B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F89917-EB4D-4C2B-274B-7680628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61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1488D-5272-7598-3EA8-944FD084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9D1EA8-305A-9482-D9FE-4B7C3CBA7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1EBA04-223E-BFE9-DBB3-8B7661D2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E5E5EA-0932-897D-5BE2-7A505436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A07CE-A140-0F6C-7648-DAF06E65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53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AF8DF7-D566-20FE-CFFD-919C2ABF7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A6EB6C-59EB-D14F-F908-45C68EB4D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F6957-8F41-1C6E-FE41-D52B4661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CC8829-A7A8-4040-BF2E-80BD7DD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E7C93E-3613-D7B3-346B-9D2C1970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71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30A7F0-A749-D43B-D7BE-6C608D6D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BF2B3F-639C-5A2E-10AE-78FB60666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3F42CA-E422-B398-4931-B52A869BB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31C73-118A-47DE-9D3F-03FAB8629AE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B5A261-801B-F4CA-3099-FE9668FE2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FCC843-0C1D-D6BE-A093-16FB94DD8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6E71E-8309-429E-A8DD-B74539AFF1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60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62C395-6390-E067-29C6-A87D5B1C0AF6}"/>
              </a:ext>
            </a:extLst>
          </p:cNvPr>
          <p:cNvSpPr txBox="1"/>
          <p:nvPr/>
        </p:nvSpPr>
        <p:spPr>
          <a:xfrm>
            <a:off x="4711847" y="4647521"/>
            <a:ext cx="19327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1000" b="1" spc="100" dirty="0">
                <a:solidFill>
                  <a:srgbClr val="676B6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Desenvolvendo o maior Sistema</a:t>
            </a:r>
          </a:p>
          <a:p>
            <a:r>
              <a:rPr lang="pt-BR" sz="1000" b="1" spc="100" dirty="0">
                <a:solidFill>
                  <a:srgbClr val="676B6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 Gestão da Região Norte.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9E8684-4494-1241-DBF6-663281D70783}"/>
              </a:ext>
            </a:extLst>
          </p:cNvPr>
          <p:cNvSpPr txBox="1"/>
          <p:nvPr/>
        </p:nvSpPr>
        <p:spPr>
          <a:xfrm>
            <a:off x="3426353" y="4616745"/>
            <a:ext cx="110409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2400" b="1" i="1" dirty="0">
                <a:solidFill>
                  <a:srgbClr val="3527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31 anos</a:t>
            </a:r>
            <a:endParaRPr lang="pt-BR" sz="2000" b="1" dirty="0">
              <a:solidFill>
                <a:srgbClr val="35274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2CCFD2-5EED-4A2B-58F1-6A6D5B10F66C}"/>
              </a:ext>
            </a:extLst>
          </p:cNvPr>
          <p:cNvSpPr txBox="1"/>
          <p:nvPr/>
        </p:nvSpPr>
        <p:spPr>
          <a:xfrm>
            <a:off x="4591410" y="4624661"/>
            <a:ext cx="192119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2000" dirty="0">
                <a:solidFill>
                  <a:srgbClr val="35274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|</a:t>
            </a:r>
            <a:endParaRPr lang="pt-BR" dirty="0">
              <a:solidFill>
                <a:srgbClr val="352749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A1786D34-22B0-883E-512E-5AF5853B9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39" r="3907" b="21528"/>
          <a:stretch/>
        </p:blipFill>
        <p:spPr>
          <a:xfrm>
            <a:off x="3426353" y="3548595"/>
            <a:ext cx="3218287" cy="10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3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87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590A4-5C3E-B025-AB41-33AFDC16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D1D233F-8D14-D1D9-39DD-F7DB0BC633D8}"/>
              </a:ext>
            </a:extLst>
          </p:cNvPr>
          <p:cNvGrpSpPr/>
          <p:nvPr/>
        </p:nvGrpSpPr>
        <p:grpSpPr>
          <a:xfrm>
            <a:off x="3208020" y="2476500"/>
            <a:ext cx="3497580" cy="2775600"/>
            <a:chOff x="3208020" y="2476500"/>
            <a:chExt cx="3497580" cy="2775600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4A4AFF6C-63D9-E2E1-DDA2-2C4CE4EF66D4}"/>
                </a:ext>
              </a:extLst>
            </p:cNvPr>
            <p:cNvSpPr/>
            <p:nvPr/>
          </p:nvSpPr>
          <p:spPr>
            <a:xfrm>
              <a:off x="3208020" y="2476500"/>
              <a:ext cx="3497580" cy="2775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Texto, Logotipo&#10;&#10;Descrição gerada automaticamente">
              <a:extLst>
                <a:ext uri="{FF2B5EF4-FFF2-40B4-BE49-F238E27FC236}">
                  <a16:creationId xmlns:a16="http://schemas.microsoft.com/office/drawing/2014/main" id="{EBFFBB1B-3621-A0F2-B68D-1AC12A663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0196" y="2673943"/>
              <a:ext cx="1932792" cy="1322661"/>
            </a:xfrm>
            <a:prstGeom prst="rect">
              <a:avLst/>
            </a:prstGeom>
          </p:spPr>
        </p:pic>
        <p:pic>
          <p:nvPicPr>
            <p:cNvPr id="7" name="Imagem 6" descr="Uma imagem contendo Logotipo&#10;&#10;Descrição gerada automaticamente">
              <a:extLst>
                <a:ext uri="{FF2B5EF4-FFF2-40B4-BE49-F238E27FC236}">
                  <a16:creationId xmlns:a16="http://schemas.microsoft.com/office/drawing/2014/main" id="{6907F26D-1158-B89D-3179-4476E75ED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0633" y="3738420"/>
              <a:ext cx="3152355" cy="1054922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C40BF39-9DE0-C070-A50A-2417379C41E7}"/>
                </a:ext>
              </a:extLst>
            </p:cNvPr>
            <p:cNvSpPr txBox="1"/>
            <p:nvPr/>
          </p:nvSpPr>
          <p:spPr>
            <a:xfrm>
              <a:off x="4600195" y="4716101"/>
              <a:ext cx="1932793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pt-BR" sz="1000" b="1" spc="100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Desenvolvendo o maior Sistema</a:t>
              </a:r>
            </a:p>
            <a:p>
              <a:r>
                <a:rPr lang="pt-BR" sz="1000" b="1" spc="100" dirty="0">
                  <a:solidFill>
                    <a:schemeClr val="bg1"/>
                  </a:solidFill>
                  <a:latin typeface="Abadi Extra Light" panose="020B0204020104020204" pitchFamily="34" charset="0"/>
                </a:rPr>
                <a:t>de Gestão da Região Norte.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7D4B921-FA77-35BE-45F8-782539CE4E65}"/>
                </a:ext>
              </a:extLst>
            </p:cNvPr>
            <p:cNvSpPr txBox="1"/>
            <p:nvPr/>
          </p:nvSpPr>
          <p:spPr>
            <a:xfrm>
              <a:off x="3380633" y="4716102"/>
              <a:ext cx="1104097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pt-BR" sz="2000" b="1" dirty="0">
                  <a:solidFill>
                    <a:schemeClr val="bg1"/>
                  </a:solidFill>
                  <a:latin typeface="Arial Black" panose="020B0A04020102020204" pitchFamily="34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31 anos</a:t>
              </a:r>
              <a:endParaRPr lang="pt-BR" b="1" dirty="0">
                <a:solidFill>
                  <a:schemeClr val="bg1"/>
                </a:solidFill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0E0D4CA-229E-9CD0-3747-008506E171EA}"/>
                </a:ext>
              </a:extLst>
            </p:cNvPr>
            <p:cNvSpPr txBox="1"/>
            <p:nvPr/>
          </p:nvSpPr>
          <p:spPr>
            <a:xfrm>
              <a:off x="4515210" y="4693241"/>
              <a:ext cx="192119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pt-BR"/>
              </a:defPPr>
              <a:lvl1pPr>
                <a:defRPr sz="2000" b="1">
                  <a:solidFill>
                    <a:schemeClr val="bg1"/>
                  </a:solidFill>
                  <a:latin typeface="Arial Black" panose="020B0A04020102020204" pitchFamily="34" charset="0"/>
                  <a:ea typeface="ADLaM Display" panose="020F0502020204030204" pitchFamily="2" charset="0"/>
                  <a:cs typeface="ADLaM Display" panose="020F0502020204030204" pitchFamily="2" charset="0"/>
                </a:defRPr>
              </a:lvl1pPr>
            </a:lstStyle>
            <a:p>
              <a:r>
                <a:rPr lang="pt-BR" dirty="0"/>
                <a:t>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2477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Abadi Extra Light</vt:lpstr>
      <vt:lpstr>ADLaM Display</vt:lpstr>
      <vt:lpstr>Aptos</vt:lpstr>
      <vt:lpstr>Aptos Display</vt:lpstr>
      <vt:lpstr>Arial</vt:lpstr>
      <vt:lpstr>Arial Black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Juce Brasil</dc:creator>
  <cp:lastModifiedBy>Jucelbia JC. Campos</cp:lastModifiedBy>
  <cp:revision>4</cp:revision>
  <dcterms:created xsi:type="dcterms:W3CDTF">2025-01-05T18:03:04Z</dcterms:created>
  <dcterms:modified xsi:type="dcterms:W3CDTF">2025-01-13T14:39:07Z</dcterms:modified>
</cp:coreProperties>
</file>